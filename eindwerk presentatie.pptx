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1" r:id="rId5"/>
    <p:sldId id="264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075AE-E7B4-46B1-A184-531FD7D11EAF}" v="52" dt="2026-09-28T16:26:01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maeght Gunnarr" userId="d4ee6c7f-5b58-43ba-8a8e-d2bde2eb291f" providerId="ADAL" clId="{5D62749E-E127-43B3-8AC6-51DF11B66DA8}"/>
    <pc:docChg chg="undo redo custSel addSld delSld modSld sldOrd">
      <pc:chgData name="Demaeght Gunnarr" userId="d4ee6c7f-5b58-43ba-8a8e-d2bde2eb291f" providerId="ADAL" clId="{5D62749E-E127-43B3-8AC6-51DF11B66DA8}" dt="2026-09-28T16:26:01.152" v="1266"/>
      <pc:docMkLst>
        <pc:docMk/>
      </pc:docMkLst>
      <pc:sldChg chg="modSp mod ord modTransition">
        <pc:chgData name="Demaeght Gunnarr" userId="d4ee6c7f-5b58-43ba-8a8e-d2bde2eb291f" providerId="ADAL" clId="{5D62749E-E127-43B3-8AC6-51DF11B66DA8}" dt="2026-09-28T06:29:15.974" v="1136" actId="20577"/>
        <pc:sldMkLst>
          <pc:docMk/>
          <pc:sldMk cId="1145550092" sldId="256"/>
        </pc:sldMkLst>
        <pc:spChg chg="mod">
          <ac:chgData name="Demaeght Gunnarr" userId="d4ee6c7f-5b58-43ba-8a8e-d2bde2eb291f" providerId="ADAL" clId="{5D62749E-E127-43B3-8AC6-51DF11B66DA8}" dt="2026-09-27T11:12:03.319" v="815"/>
          <ac:spMkLst>
            <pc:docMk/>
            <pc:sldMk cId="1145550092" sldId="256"/>
            <ac:spMk id="2" creationId="{CA13F755-1456-23EA-522B-3413FBB80385}"/>
          </ac:spMkLst>
        </pc:spChg>
        <pc:spChg chg="mod">
          <ac:chgData name="Demaeght Gunnarr" userId="d4ee6c7f-5b58-43ba-8a8e-d2bde2eb291f" providerId="ADAL" clId="{5D62749E-E127-43B3-8AC6-51DF11B66DA8}" dt="2026-09-28T06:29:15.974" v="1136" actId="20577"/>
          <ac:spMkLst>
            <pc:docMk/>
            <pc:sldMk cId="1145550092" sldId="256"/>
            <ac:spMk id="3" creationId="{C8EB11B3-1A3C-6998-B344-4B98D7D374F9}"/>
          </ac:spMkLst>
        </pc:spChg>
      </pc:sldChg>
      <pc:sldChg chg="addSp delSp modSp new mod modTransition setBg modClrScheme chgLayout">
        <pc:chgData name="Demaeght Gunnarr" userId="d4ee6c7f-5b58-43ba-8a8e-d2bde2eb291f" providerId="ADAL" clId="{5D62749E-E127-43B3-8AC6-51DF11B66DA8}" dt="2026-09-27T12:39:28.475" v="1119" actId="1076"/>
        <pc:sldMkLst>
          <pc:docMk/>
          <pc:sldMk cId="2323266469" sldId="257"/>
        </pc:sldMkLst>
        <pc:spChg chg="mod">
          <ac:chgData name="Demaeght Gunnarr" userId="d4ee6c7f-5b58-43ba-8a8e-d2bde2eb291f" providerId="ADAL" clId="{5D62749E-E127-43B3-8AC6-51DF11B66DA8}" dt="2026-09-27T11:15:31.146" v="835" actId="1076"/>
          <ac:spMkLst>
            <pc:docMk/>
            <pc:sldMk cId="2323266469" sldId="257"/>
            <ac:spMk id="2" creationId="{D4BF55C2-83CE-A738-984C-84961BBA05F0}"/>
          </ac:spMkLst>
        </pc:spChg>
        <pc:spChg chg="add del mod">
          <ac:chgData name="Demaeght Gunnarr" userId="d4ee6c7f-5b58-43ba-8a8e-d2bde2eb291f" providerId="ADAL" clId="{5D62749E-E127-43B3-8AC6-51DF11B66DA8}" dt="2026-09-27T11:14:29.961" v="828" actId="478"/>
          <ac:spMkLst>
            <pc:docMk/>
            <pc:sldMk cId="2323266469" sldId="257"/>
            <ac:spMk id="6" creationId="{C2D5DF38-30F1-8E00-59C7-9469A081274A}"/>
          </ac:spMkLst>
        </pc:spChg>
        <pc:picChg chg="add del mod">
          <ac:chgData name="Demaeght Gunnarr" userId="d4ee6c7f-5b58-43ba-8a8e-d2bde2eb291f" providerId="ADAL" clId="{5D62749E-E127-43B3-8AC6-51DF11B66DA8}" dt="2026-09-27T11:14:19.315" v="827" actId="478"/>
          <ac:picMkLst>
            <pc:docMk/>
            <pc:sldMk cId="2323266469" sldId="257"/>
            <ac:picMk id="4" creationId="{CE05AAE9-C09C-EE83-71CB-5731D994A205}"/>
          </ac:picMkLst>
        </pc:picChg>
        <pc:picChg chg="add mod modCrop">
          <ac:chgData name="Demaeght Gunnarr" userId="d4ee6c7f-5b58-43ba-8a8e-d2bde2eb291f" providerId="ADAL" clId="{5D62749E-E127-43B3-8AC6-51DF11B66DA8}" dt="2026-09-27T11:15:39.738" v="836" actId="1076"/>
          <ac:picMkLst>
            <pc:docMk/>
            <pc:sldMk cId="2323266469" sldId="257"/>
            <ac:picMk id="5" creationId="{46F7A7B9-FDEB-B3EA-6230-162E3EF71BE5}"/>
          </ac:picMkLst>
        </pc:picChg>
        <pc:picChg chg="add mod">
          <ac:chgData name="Demaeght Gunnarr" userId="d4ee6c7f-5b58-43ba-8a8e-d2bde2eb291f" providerId="ADAL" clId="{5D62749E-E127-43B3-8AC6-51DF11B66DA8}" dt="2026-09-27T12:39:28.475" v="1119" actId="1076"/>
          <ac:picMkLst>
            <pc:docMk/>
            <pc:sldMk cId="2323266469" sldId="257"/>
            <ac:picMk id="7" creationId="{883AE644-BF24-3051-10C6-EF5ACD29F05D}"/>
          </ac:picMkLst>
        </pc:picChg>
      </pc:sldChg>
      <pc:sldChg chg="addSp delSp modSp new mod ord modTransition modClrScheme chgLayout">
        <pc:chgData name="Demaeght Gunnarr" userId="d4ee6c7f-5b58-43ba-8a8e-d2bde2eb291f" providerId="ADAL" clId="{5D62749E-E127-43B3-8AC6-51DF11B66DA8}" dt="2026-09-28T16:24:18.169" v="1259"/>
        <pc:sldMkLst>
          <pc:docMk/>
          <pc:sldMk cId="3157967162" sldId="258"/>
        </pc:sldMkLst>
        <pc:spChg chg="mod">
          <ac:chgData name="Demaeght Gunnarr" userId="d4ee6c7f-5b58-43ba-8a8e-d2bde2eb291f" providerId="ADAL" clId="{5D62749E-E127-43B3-8AC6-51DF11B66DA8}" dt="2026-09-27T12:41:00.019" v="1121" actId="1076"/>
          <ac:spMkLst>
            <pc:docMk/>
            <pc:sldMk cId="3157967162" sldId="258"/>
            <ac:spMk id="2" creationId="{DA0C588F-6AFB-42EF-AEFE-A25538B6D810}"/>
          </ac:spMkLst>
        </pc:spChg>
        <pc:spChg chg="add del mod">
          <ac:chgData name="Demaeght Gunnarr" userId="d4ee6c7f-5b58-43ba-8a8e-d2bde2eb291f" providerId="ADAL" clId="{5D62749E-E127-43B3-8AC6-51DF11B66DA8}" dt="2026-09-28T16:24:18.169" v="1259"/>
          <ac:spMkLst>
            <pc:docMk/>
            <pc:sldMk cId="3157967162" sldId="258"/>
            <ac:spMk id="3" creationId="{E652E5DC-4EB4-DBC1-3A40-B902FB5210AE}"/>
          </ac:spMkLst>
        </pc:spChg>
        <pc:picChg chg="add mod">
          <ac:chgData name="Demaeght Gunnarr" userId="d4ee6c7f-5b58-43ba-8a8e-d2bde2eb291f" providerId="ADAL" clId="{5D62749E-E127-43B3-8AC6-51DF11B66DA8}" dt="2026-09-27T11:14:41.543" v="830" actId="1076"/>
          <ac:picMkLst>
            <pc:docMk/>
            <pc:sldMk cId="3157967162" sldId="258"/>
            <ac:picMk id="4" creationId="{433D5510-5D4A-2057-29C2-C3F450735870}"/>
          </ac:picMkLst>
        </pc:picChg>
      </pc:sldChg>
      <pc:sldChg chg="addSp delSp modSp new add del mod modTransition">
        <pc:chgData name="Demaeght Gunnarr" userId="d4ee6c7f-5b58-43ba-8a8e-d2bde2eb291f" providerId="ADAL" clId="{5D62749E-E127-43B3-8AC6-51DF11B66DA8}" dt="2026-09-27T11:07:20.497" v="797" actId="2696"/>
        <pc:sldMkLst>
          <pc:docMk/>
          <pc:sldMk cId="1454382296" sldId="259"/>
        </pc:sldMkLst>
      </pc:sldChg>
      <pc:sldChg chg="addSp delSp modSp new mod modTransition modClrScheme chgLayout">
        <pc:chgData name="Demaeght Gunnarr" userId="d4ee6c7f-5b58-43ba-8a8e-d2bde2eb291f" providerId="ADAL" clId="{5D62749E-E127-43B3-8AC6-51DF11B66DA8}" dt="2026-09-27T12:41:15.344" v="1134" actId="20577"/>
        <pc:sldMkLst>
          <pc:docMk/>
          <pc:sldMk cId="439038329" sldId="260"/>
        </pc:sldMkLst>
        <pc:spChg chg="mod">
          <ac:chgData name="Demaeght Gunnarr" userId="d4ee6c7f-5b58-43ba-8a8e-d2bde2eb291f" providerId="ADAL" clId="{5D62749E-E127-43B3-8AC6-51DF11B66DA8}" dt="2026-09-27T11:14:06.454" v="825" actId="26606"/>
          <ac:spMkLst>
            <pc:docMk/>
            <pc:sldMk cId="439038329" sldId="260"/>
            <ac:spMk id="2" creationId="{727C0816-B592-9E8E-EA9D-D172D0B8710B}"/>
          </ac:spMkLst>
        </pc:spChg>
        <pc:spChg chg="mod">
          <ac:chgData name="Demaeght Gunnarr" userId="d4ee6c7f-5b58-43ba-8a8e-d2bde2eb291f" providerId="ADAL" clId="{5D62749E-E127-43B3-8AC6-51DF11B66DA8}" dt="2026-09-27T12:41:15.344" v="1134" actId="20577"/>
          <ac:spMkLst>
            <pc:docMk/>
            <pc:sldMk cId="439038329" sldId="260"/>
            <ac:spMk id="3" creationId="{8F793EA2-36C5-9A79-4D5F-D8F5185E65B6}"/>
          </ac:spMkLst>
        </pc:spChg>
      </pc:sldChg>
      <pc:sldChg chg="addSp delSp modSp new mod ord modTransition modClrScheme chgLayout">
        <pc:chgData name="Demaeght Gunnarr" userId="d4ee6c7f-5b58-43ba-8a8e-d2bde2eb291f" providerId="ADAL" clId="{5D62749E-E127-43B3-8AC6-51DF11B66DA8}" dt="2026-09-28T08:46:59.346" v="1153" actId="688"/>
        <pc:sldMkLst>
          <pc:docMk/>
          <pc:sldMk cId="2265773176" sldId="261"/>
        </pc:sldMkLst>
        <pc:spChg chg="add del">
          <ac:chgData name="Demaeght Gunnarr" userId="d4ee6c7f-5b58-43ba-8a8e-d2bde2eb291f" providerId="ADAL" clId="{5D62749E-E127-43B3-8AC6-51DF11B66DA8}" dt="2026-09-27T12:09:52.575" v="947" actId="34122"/>
          <ac:spMkLst>
            <pc:docMk/>
            <pc:sldMk cId="2265773176" sldId="261"/>
            <ac:spMk id="6" creationId="{DC6CF609-63B5-42BF-9333-959182B44A47}"/>
          </ac:spMkLst>
        </pc:spChg>
        <pc:spChg chg="add mod">
          <ac:chgData name="Demaeght Gunnarr" userId="d4ee6c7f-5b58-43ba-8a8e-d2bde2eb291f" providerId="ADAL" clId="{5D62749E-E127-43B3-8AC6-51DF11B66DA8}" dt="2026-09-27T11:16:55.988" v="852" actId="1076"/>
          <ac:spMkLst>
            <pc:docMk/>
            <pc:sldMk cId="2265773176" sldId="261"/>
            <ac:spMk id="10" creationId="{31935CC8-2890-5E51-2D68-07BE9A14BCBB}"/>
          </ac:spMkLst>
        </pc:spChg>
        <pc:spChg chg="add mod">
          <ac:chgData name="Demaeght Gunnarr" userId="d4ee6c7f-5b58-43ba-8a8e-d2bde2eb291f" providerId="ADAL" clId="{5D62749E-E127-43B3-8AC6-51DF11B66DA8}" dt="2026-09-28T06:31:32.134" v="1138" actId="571"/>
          <ac:spMkLst>
            <pc:docMk/>
            <pc:sldMk cId="2265773176" sldId="261"/>
            <ac:spMk id="12" creationId="{71D3DA0E-5961-4C81-DF42-3755AB5C65F1}"/>
          </ac:spMkLst>
        </pc:spChg>
        <pc:spChg chg="add mod">
          <ac:chgData name="Demaeght Gunnarr" userId="d4ee6c7f-5b58-43ba-8a8e-d2bde2eb291f" providerId="ADAL" clId="{5D62749E-E127-43B3-8AC6-51DF11B66DA8}" dt="2026-09-28T06:31:32.134" v="1138" actId="571"/>
          <ac:spMkLst>
            <pc:docMk/>
            <pc:sldMk cId="2265773176" sldId="261"/>
            <ac:spMk id="13" creationId="{F7714E43-7560-2333-84F3-3E9818EB0AF6}"/>
          </ac:spMkLst>
        </pc:spChg>
        <pc:spChg chg="add del mod">
          <ac:chgData name="Demaeght Gunnarr" userId="d4ee6c7f-5b58-43ba-8a8e-d2bde2eb291f" providerId="ADAL" clId="{5D62749E-E127-43B3-8AC6-51DF11B66DA8}" dt="2026-09-27T11:16:34.300" v="837" actId="26606"/>
          <ac:spMkLst>
            <pc:docMk/>
            <pc:sldMk cId="2265773176" sldId="261"/>
            <ac:spMk id="17" creationId="{E1F15A19-71E8-BA50-EADD-F38D67D4A605}"/>
          </ac:spMkLst>
        </pc:spChg>
        <pc:spChg chg="add del mod">
          <ac:chgData name="Demaeght Gunnarr" userId="d4ee6c7f-5b58-43ba-8a8e-d2bde2eb291f" providerId="ADAL" clId="{5D62749E-E127-43B3-8AC6-51DF11B66DA8}" dt="2026-09-27T11:17:00.958" v="853" actId="478"/>
          <ac:spMkLst>
            <pc:docMk/>
            <pc:sldMk cId="2265773176" sldId="261"/>
            <ac:spMk id="22" creationId="{ADB04EFD-3252-EFD9-8787-0EF4117AAE00}"/>
          </ac:spMkLst>
        </pc:spChg>
        <pc:spChg chg="add del mod">
          <ac:chgData name="Demaeght Gunnarr" userId="d4ee6c7f-5b58-43ba-8a8e-d2bde2eb291f" providerId="ADAL" clId="{5D62749E-E127-43B3-8AC6-51DF11B66DA8}" dt="2026-09-27T12:12:30.596" v="994" actId="11529"/>
          <ac:spMkLst>
            <pc:docMk/>
            <pc:sldMk cId="2265773176" sldId="261"/>
            <ac:spMk id="43" creationId="{1D29AA96-46F5-BA7A-93B4-0B70BA0869DD}"/>
          </ac:spMkLst>
        </pc:spChg>
        <pc:spChg chg="add del mod">
          <ac:chgData name="Demaeght Gunnarr" userId="d4ee6c7f-5b58-43ba-8a8e-d2bde2eb291f" providerId="ADAL" clId="{5D62749E-E127-43B3-8AC6-51DF11B66DA8}" dt="2026-09-27T12:12:26.368" v="982" actId="22"/>
          <ac:spMkLst>
            <pc:docMk/>
            <pc:sldMk cId="2265773176" sldId="261"/>
            <ac:spMk id="45" creationId="{6D93B497-4DDD-4CE3-C5F6-FDC67646232A}"/>
          </ac:spMkLst>
        </pc:spChg>
        <pc:spChg chg="add mod">
          <ac:chgData name="Demaeght Gunnarr" userId="d4ee6c7f-5b58-43ba-8a8e-d2bde2eb291f" providerId="ADAL" clId="{5D62749E-E127-43B3-8AC6-51DF11B66DA8}" dt="2026-09-28T06:31:44.507" v="1139" actId="1076"/>
          <ac:spMkLst>
            <pc:docMk/>
            <pc:sldMk cId="2265773176" sldId="261"/>
            <ac:spMk id="68" creationId="{503892C6-1045-55E2-74DB-07451E128227}"/>
          </ac:spMkLst>
        </pc:spChg>
        <pc:spChg chg="add mod">
          <ac:chgData name="Demaeght Gunnarr" userId="d4ee6c7f-5b58-43ba-8a8e-d2bde2eb291f" providerId="ADAL" clId="{5D62749E-E127-43B3-8AC6-51DF11B66DA8}" dt="2026-09-28T08:46:59.346" v="1153" actId="688"/>
          <ac:spMkLst>
            <pc:docMk/>
            <pc:sldMk cId="2265773176" sldId="261"/>
            <ac:spMk id="70" creationId="{FCB3BEE5-D978-689F-1859-10D149CECB4A}"/>
          </ac:spMkLst>
        </pc:spChg>
        <pc:picChg chg="add del">
          <ac:chgData name="Demaeght Gunnarr" userId="d4ee6c7f-5b58-43ba-8a8e-d2bde2eb291f" providerId="ADAL" clId="{5D62749E-E127-43B3-8AC6-51DF11B66DA8}" dt="2026-09-27T11:55:57.443" v="856" actId="22"/>
          <ac:picMkLst>
            <pc:docMk/>
            <pc:sldMk cId="2265773176" sldId="261"/>
            <ac:picMk id="2" creationId="{7793EB81-A935-A5D7-1386-B3AF85E911C7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2" creationId="{BF080E22-CCDE-20DC-F015-A644F8D6B7F8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3" creationId="{2AAF0AF6-73A7-2D29-D6EE-67E69B92636F}"/>
          </ac:picMkLst>
        </pc:picChg>
        <pc:picChg chg="add del">
          <ac:chgData name="Demaeght Gunnarr" userId="d4ee6c7f-5b58-43ba-8a8e-d2bde2eb291f" providerId="ADAL" clId="{5D62749E-E127-43B3-8AC6-51DF11B66DA8}" dt="2026-09-27T11:56:46.349" v="859" actId="22"/>
          <ac:picMkLst>
            <pc:docMk/>
            <pc:sldMk cId="2265773176" sldId="261"/>
            <ac:picMk id="3" creationId="{924D7242-9F61-9227-0AC5-47B8FF6D5948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4" creationId="{2C516E85-9376-8EAF-B75F-42D1780D043F}"/>
          </ac:picMkLst>
        </pc:picChg>
        <pc:picChg chg="add del">
          <ac:chgData name="Demaeght Gunnarr" userId="d4ee6c7f-5b58-43ba-8a8e-d2bde2eb291f" providerId="ADAL" clId="{5D62749E-E127-43B3-8AC6-51DF11B66DA8}" dt="2026-09-27T11:57:07.874" v="862" actId="22"/>
          <ac:picMkLst>
            <pc:docMk/>
            <pc:sldMk cId="2265773176" sldId="261"/>
            <ac:picMk id="4" creationId="{4DF71D25-D990-5821-A1AE-7917D2645BF3}"/>
          </ac:picMkLst>
        </pc:picChg>
        <pc:picChg chg="add del">
          <ac:chgData name="Demaeght Gunnarr" userId="d4ee6c7f-5b58-43ba-8a8e-d2bde2eb291f" providerId="ADAL" clId="{5D62749E-E127-43B3-8AC6-51DF11B66DA8}" dt="2026-09-27T11:57:33.696" v="865" actId="22"/>
          <ac:picMkLst>
            <pc:docMk/>
            <pc:sldMk cId="2265773176" sldId="261"/>
            <ac:picMk id="5" creationId="{0C451F79-0DD5-AEEE-099F-FE1FEAE88AAE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5" creationId="{F32B4A7F-876D-5133-BA67-9D03355D20E3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6" creationId="{374DFDE7-51F4-D1CE-FF81-56242D1A766C}"/>
          </ac:picMkLst>
        </pc:picChg>
        <pc:picChg chg="add del mod">
          <ac:chgData name="Demaeght Gunnarr" userId="d4ee6c7f-5b58-43ba-8a8e-d2bde2eb291f" providerId="ADAL" clId="{5D62749E-E127-43B3-8AC6-51DF11B66DA8}" dt="2026-09-27T11:13:34.747" v="824" actId="478"/>
          <ac:picMkLst>
            <pc:docMk/>
            <pc:sldMk cId="2265773176" sldId="261"/>
            <ac:picMk id="6" creationId="{63618FFE-080D-9175-5196-CDFC301950B6}"/>
          </ac:picMkLst>
        </pc:picChg>
        <pc:picChg chg="add del">
          <ac:chgData name="Demaeght Gunnarr" userId="d4ee6c7f-5b58-43ba-8a8e-d2bde2eb291f" providerId="ADAL" clId="{5D62749E-E127-43B3-8AC6-51DF11B66DA8}" dt="2026-09-27T11:57:53.844" v="868" actId="22"/>
          <ac:picMkLst>
            <pc:docMk/>
            <pc:sldMk cId="2265773176" sldId="261"/>
            <ac:picMk id="7" creationId="{6131DAC4-9BCA-C9C8-8146-168E91D983CA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7" creationId="{E504506D-9FCE-086E-BF0F-5633E657317B}"/>
          </ac:picMkLst>
        </pc:picChg>
        <pc:picChg chg="add del">
          <ac:chgData name="Demaeght Gunnarr" userId="d4ee6c7f-5b58-43ba-8a8e-d2bde2eb291f" providerId="ADAL" clId="{5D62749E-E127-43B3-8AC6-51DF11B66DA8}" dt="2026-09-27T11:58:10.030" v="870" actId="22"/>
          <ac:picMkLst>
            <pc:docMk/>
            <pc:sldMk cId="2265773176" sldId="261"/>
            <ac:picMk id="9" creationId="{AA75E5E7-D47B-2C87-14C1-5F09FB423E13}"/>
          </ac:picMkLst>
        </pc:picChg>
        <pc:picChg chg="add del">
          <ac:chgData name="Demaeght Gunnarr" userId="d4ee6c7f-5b58-43ba-8a8e-d2bde2eb291f" providerId="ADAL" clId="{5D62749E-E127-43B3-8AC6-51DF11B66DA8}" dt="2026-09-27T11:58:32.276" v="873" actId="22"/>
          <ac:picMkLst>
            <pc:docMk/>
            <pc:sldMk cId="2265773176" sldId="261"/>
            <ac:picMk id="11" creationId="{1E84415D-9DB2-3219-82DF-9C299E451D14}"/>
          </ac:picMkLst>
        </pc:picChg>
        <pc:picChg chg="add mod">
          <ac:chgData name="Demaeght Gunnarr" userId="d4ee6c7f-5b58-43ba-8a8e-d2bde2eb291f" providerId="ADAL" clId="{5D62749E-E127-43B3-8AC6-51DF11B66DA8}" dt="2026-09-28T06:31:32.134" v="1138" actId="571"/>
          <ac:picMkLst>
            <pc:docMk/>
            <pc:sldMk cId="2265773176" sldId="261"/>
            <ac:picMk id="11" creationId="{D2B012C1-34FC-D89D-3171-4FE5D5C6EF64}"/>
          </ac:picMkLst>
        </pc:picChg>
        <pc:picChg chg="add del">
          <ac:chgData name="Demaeght Gunnarr" userId="d4ee6c7f-5b58-43ba-8a8e-d2bde2eb291f" providerId="ADAL" clId="{5D62749E-E127-43B3-8AC6-51DF11B66DA8}" dt="2026-09-27T11:58:43.239" v="876" actId="22"/>
          <ac:picMkLst>
            <pc:docMk/>
            <pc:sldMk cId="2265773176" sldId="261"/>
            <ac:picMk id="12" creationId="{A7F408E3-F508-A283-7E3C-40C95C93F34C}"/>
          </ac:picMkLst>
        </pc:picChg>
        <pc:picChg chg="add del">
          <ac:chgData name="Demaeght Gunnarr" userId="d4ee6c7f-5b58-43ba-8a8e-d2bde2eb291f" providerId="ADAL" clId="{5D62749E-E127-43B3-8AC6-51DF11B66DA8}" dt="2026-09-27T11:59:04.415" v="879" actId="22"/>
          <ac:picMkLst>
            <pc:docMk/>
            <pc:sldMk cId="2265773176" sldId="261"/>
            <ac:picMk id="13" creationId="{3BDCDC88-ACF6-B5FB-7DE2-68DF7A3AF3EF}"/>
          </ac:picMkLst>
        </pc:picChg>
        <pc:picChg chg="add del mod">
          <ac:chgData name="Demaeght Gunnarr" userId="d4ee6c7f-5b58-43ba-8a8e-d2bde2eb291f" providerId="ADAL" clId="{5D62749E-E127-43B3-8AC6-51DF11B66DA8}" dt="2026-09-27T12:00:56.633" v="881" actId="478"/>
          <ac:picMkLst>
            <pc:docMk/>
            <pc:sldMk cId="2265773176" sldId="261"/>
            <ac:picMk id="15" creationId="{D25D0490-D997-8948-2A24-31CDCB6D38D1}"/>
          </ac:picMkLst>
        </pc:picChg>
        <pc:picChg chg="add del mod">
          <ac:chgData name="Demaeght Gunnarr" userId="d4ee6c7f-5b58-43ba-8a8e-d2bde2eb291f" providerId="ADAL" clId="{5D62749E-E127-43B3-8AC6-51DF11B66DA8}" dt="2026-09-27T12:01:14.434" v="883" actId="931"/>
          <ac:picMkLst>
            <pc:docMk/>
            <pc:sldMk cId="2265773176" sldId="261"/>
            <ac:picMk id="18" creationId="{DE5D8DC3-7223-3887-4EB0-3B22470D24B2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19" creationId="{8DC3EC01-6689-15B9-46EE-FFF6C0B78DB9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21" creationId="{D652357C-4258-1662-7EC5-FF5523338C92}"/>
          </ac:picMkLst>
        </pc:picChg>
        <pc:picChg chg="add del">
          <ac:chgData name="Demaeght Gunnarr" userId="d4ee6c7f-5b58-43ba-8a8e-d2bde2eb291f" providerId="ADAL" clId="{5D62749E-E127-43B3-8AC6-51DF11B66DA8}" dt="2026-09-27T12:06:28.772" v="913" actId="22"/>
          <ac:picMkLst>
            <pc:docMk/>
            <pc:sldMk cId="2265773176" sldId="261"/>
            <ac:picMk id="23" creationId="{46726D96-CD31-D9A2-5859-2FFA0A16B106}"/>
          </ac:picMkLst>
        </pc:picChg>
        <pc:picChg chg="add del">
          <ac:chgData name="Demaeght Gunnarr" userId="d4ee6c7f-5b58-43ba-8a8e-d2bde2eb291f" providerId="ADAL" clId="{5D62749E-E127-43B3-8AC6-51DF11B66DA8}" dt="2026-09-27T12:06:28.262" v="912" actId="22"/>
          <ac:picMkLst>
            <pc:docMk/>
            <pc:sldMk cId="2265773176" sldId="261"/>
            <ac:picMk id="24" creationId="{5BC09B41-8403-BE2C-4484-8F4777A39EFC}"/>
          </ac:picMkLst>
        </pc:picChg>
        <pc:picChg chg="add del">
          <ac:chgData name="Demaeght Gunnarr" userId="d4ee6c7f-5b58-43ba-8a8e-d2bde2eb291f" providerId="ADAL" clId="{5D62749E-E127-43B3-8AC6-51DF11B66DA8}" dt="2026-09-27T12:06:27.893" v="911" actId="22"/>
          <ac:picMkLst>
            <pc:docMk/>
            <pc:sldMk cId="2265773176" sldId="261"/>
            <ac:picMk id="25" creationId="{203FB292-5F21-81F6-C927-45EB2F010DAC}"/>
          </ac:picMkLst>
        </pc:picChg>
        <pc:picChg chg="add del mod">
          <ac:chgData name="Demaeght Gunnarr" userId="d4ee6c7f-5b58-43ba-8a8e-d2bde2eb291f" providerId="ADAL" clId="{5D62749E-E127-43B3-8AC6-51DF11B66DA8}" dt="2026-09-27T12:06:27.521" v="910" actId="22"/>
          <ac:picMkLst>
            <pc:docMk/>
            <pc:sldMk cId="2265773176" sldId="261"/>
            <ac:picMk id="26" creationId="{F5779B84-928D-916F-5CA3-3B529960AEB1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27" creationId="{C2D37B91-2787-C25E-5C76-12E23EEB08A2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29" creationId="{5025EC41-7695-E869-BC90-DCC0D9932612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31" creationId="{8821ED6F-F19C-17BD-DC7C-093A16491169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33" creationId="{93112A2A-76AD-5096-4422-C567E5492E50}"/>
          </ac:picMkLst>
        </pc:picChg>
        <pc:picChg chg="add mod">
          <ac:chgData name="Demaeght Gunnarr" userId="d4ee6c7f-5b58-43ba-8a8e-d2bde2eb291f" providerId="ADAL" clId="{5D62749E-E127-43B3-8AC6-51DF11B66DA8}" dt="2026-09-28T06:31:44.507" v="1139" actId="1076"/>
          <ac:picMkLst>
            <pc:docMk/>
            <pc:sldMk cId="2265773176" sldId="261"/>
            <ac:picMk id="65" creationId="{4EED70B1-806E-2BDF-9733-3D0130DE63AF}"/>
          </ac:picMkLst>
        </pc:picChg>
        <pc:inkChg chg="add del">
          <ac:chgData name="Demaeght Gunnarr" userId="d4ee6c7f-5b58-43ba-8a8e-d2bde2eb291f" providerId="ADAL" clId="{5D62749E-E127-43B3-8AC6-51DF11B66DA8}" dt="2026-09-27T12:09:52.235" v="946" actId="34124"/>
          <ac:inkMkLst>
            <pc:docMk/>
            <pc:sldMk cId="2265773176" sldId="261"/>
            <ac:inkMk id="2" creationId="{A3E845FD-BC1E-4686-B009-D17088A027CC}"/>
          </ac:inkMkLst>
        </pc:inkChg>
        <pc:inkChg chg="add mod">
          <ac:chgData name="Demaeght Gunnarr" userId="d4ee6c7f-5b58-43ba-8a8e-d2bde2eb291f" providerId="ADAL" clId="{5D62749E-E127-43B3-8AC6-51DF11B66DA8}" dt="2026-09-28T06:31:32.134" v="1138" actId="571"/>
          <ac:inkMkLst>
            <pc:docMk/>
            <pc:sldMk cId="2265773176" sldId="261"/>
            <ac:inkMk id="8" creationId="{5E585B88-3745-8597-628D-ADA84A1AC92D}"/>
          </ac:inkMkLst>
        </pc:inkChg>
        <pc:inkChg chg="add del">
          <ac:chgData name="Demaeght Gunnarr" userId="d4ee6c7f-5b58-43ba-8a8e-d2bde2eb291f" providerId="ADAL" clId="{5D62749E-E127-43B3-8AC6-51DF11B66DA8}" dt="2026-09-27T12:09:55.999" v="956" actId="9405"/>
          <ac:inkMkLst>
            <pc:docMk/>
            <pc:sldMk cId="2265773176" sldId="261"/>
            <ac:inkMk id="34" creationId="{BFABFE03-F397-BE81-0449-A46618761CD9}"/>
          </ac:inkMkLst>
        </pc:inkChg>
        <pc:inkChg chg="add mod">
          <ac:chgData name="Demaeght Gunnarr" userId="d4ee6c7f-5b58-43ba-8a8e-d2bde2eb291f" providerId="ADAL" clId="{5D62749E-E127-43B3-8AC6-51DF11B66DA8}" dt="2026-09-27T12:09:55.116" v="954"/>
          <ac:inkMkLst>
            <pc:docMk/>
            <pc:sldMk cId="2265773176" sldId="261"/>
            <ac:inkMk id="35" creationId="{20E4DA97-9D2A-89F1-A01E-4A9BA7D87F3C}"/>
          </ac:inkMkLst>
        </pc:inkChg>
        <pc:inkChg chg="add del">
          <ac:chgData name="Demaeght Gunnarr" userId="d4ee6c7f-5b58-43ba-8a8e-d2bde2eb291f" providerId="ADAL" clId="{5D62749E-E127-43B3-8AC6-51DF11B66DA8}" dt="2026-09-27T12:08:05.956" v="932" actId="9405"/>
          <ac:inkMkLst>
            <pc:docMk/>
            <pc:sldMk cId="2265773176" sldId="261"/>
            <ac:inkMk id="36" creationId="{BEFB30B9-58EF-4F75-E564-55196EB41B09}"/>
          </ac:inkMkLst>
        </pc:inkChg>
        <pc:inkChg chg="add del">
          <ac:chgData name="Demaeght Gunnarr" userId="d4ee6c7f-5b58-43ba-8a8e-d2bde2eb291f" providerId="ADAL" clId="{5D62749E-E127-43B3-8AC6-51DF11B66DA8}" dt="2026-09-27T12:09:54.745" v="953" actId="9405"/>
          <ac:inkMkLst>
            <pc:docMk/>
            <pc:sldMk cId="2265773176" sldId="261"/>
            <ac:inkMk id="37" creationId="{242DE827-336F-2452-595E-0DD27A57B79D}"/>
          </ac:inkMkLst>
        </pc:inkChg>
        <pc:inkChg chg="add">
          <ac:chgData name="Demaeght Gunnarr" userId="d4ee6c7f-5b58-43ba-8a8e-d2bde2eb291f" providerId="ADAL" clId="{5D62749E-E127-43B3-8AC6-51DF11B66DA8}" dt="2026-09-27T12:08:10.131" v="934"/>
          <ac:inkMkLst>
            <pc:docMk/>
            <pc:sldMk cId="2265773176" sldId="261"/>
            <ac:inkMk id="38" creationId="{BB9DE1A4-75F8-8726-1F1F-15911A07577F}"/>
          </ac:inkMkLst>
        </pc:inkChg>
        <pc:inkChg chg="add del">
          <ac:chgData name="Demaeght Gunnarr" userId="d4ee6c7f-5b58-43ba-8a8e-d2bde2eb291f" providerId="ADAL" clId="{5D62749E-E127-43B3-8AC6-51DF11B66DA8}" dt="2026-09-27T12:09:53.982" v="951" actId="9405"/>
          <ac:inkMkLst>
            <pc:docMk/>
            <pc:sldMk cId="2265773176" sldId="261"/>
            <ac:inkMk id="39" creationId="{55529E6D-B042-4316-C2C3-F6F4988545F1}"/>
          </ac:inkMkLst>
        </pc:inkChg>
        <pc:inkChg chg="add">
          <ac:chgData name="Demaeght Gunnarr" userId="d4ee6c7f-5b58-43ba-8a8e-d2bde2eb291f" providerId="ADAL" clId="{5D62749E-E127-43B3-8AC6-51DF11B66DA8}" dt="2026-09-27T12:08:15.957" v="936"/>
          <ac:inkMkLst>
            <pc:docMk/>
            <pc:sldMk cId="2265773176" sldId="261"/>
            <ac:inkMk id="40" creationId="{F8305827-6960-4D2D-24EF-A26C5011B55A}"/>
          </ac:inkMkLst>
        </pc:inkChg>
        <pc:inkChg chg="add del">
          <ac:chgData name="Demaeght Gunnarr" userId="d4ee6c7f-5b58-43ba-8a8e-d2bde2eb291f" providerId="ADAL" clId="{5D62749E-E127-43B3-8AC6-51DF11B66DA8}" dt="2026-09-27T12:09:53.108" v="949" actId="9405"/>
          <ac:inkMkLst>
            <pc:docMk/>
            <pc:sldMk cId="2265773176" sldId="261"/>
            <ac:inkMk id="41" creationId="{15B06D81-0095-2FE4-1A2D-D5D9016BF8DF}"/>
          </ac:inkMkLst>
        </pc:inkChg>
        <pc:inkChg chg="add del mod">
          <ac:chgData name="Demaeght Gunnarr" userId="d4ee6c7f-5b58-43ba-8a8e-d2bde2eb291f" providerId="ADAL" clId="{5D62749E-E127-43B3-8AC6-51DF11B66DA8}" dt="2026-09-27T12:09:52.575" v="947" actId="34122"/>
          <ac:inkMkLst>
            <pc:docMk/>
            <pc:sldMk cId="2265773176" sldId="261"/>
            <ac:inkMk id="42" creationId="{1C44AC1E-1ABD-5953-6373-F859ADB2DB17}"/>
          </ac:inkMkLst>
        </pc:inkChg>
        <pc:inkChg chg="add del">
          <ac:chgData name="Demaeght Gunnarr" userId="d4ee6c7f-5b58-43ba-8a8e-d2bde2eb291f" providerId="ADAL" clId="{5D62749E-E127-43B3-8AC6-51DF11B66DA8}" dt="2026-09-27T12:13:40.626" v="1022" actId="9405"/>
          <ac:inkMkLst>
            <pc:docMk/>
            <pc:sldMk cId="2265773176" sldId="261"/>
            <ac:inkMk id="46" creationId="{EC8216A6-2C87-D723-E6BB-4BB3575CF779}"/>
          </ac:inkMkLst>
        </pc:inkChg>
        <pc:inkChg chg="add mod">
          <ac:chgData name="Demaeght Gunnarr" userId="d4ee6c7f-5b58-43ba-8a8e-d2bde2eb291f" providerId="ADAL" clId="{5D62749E-E127-43B3-8AC6-51DF11B66DA8}" dt="2026-09-27T12:13:40.193" v="1020"/>
          <ac:inkMkLst>
            <pc:docMk/>
            <pc:sldMk cId="2265773176" sldId="261"/>
            <ac:inkMk id="47" creationId="{16380D78-56A4-8E39-DE06-16FA502DFE8C}"/>
          </ac:inkMkLst>
        </pc:inkChg>
        <pc:inkChg chg="add del">
          <ac:chgData name="Demaeght Gunnarr" userId="d4ee6c7f-5b58-43ba-8a8e-d2bde2eb291f" providerId="ADAL" clId="{5D62749E-E127-43B3-8AC6-51DF11B66DA8}" dt="2026-09-27T12:13:01.738" v="999" actId="9405"/>
          <ac:inkMkLst>
            <pc:docMk/>
            <pc:sldMk cId="2265773176" sldId="261"/>
            <ac:inkMk id="48" creationId="{1A3A48DA-BEA7-B584-A7D0-627901A013EB}"/>
          </ac:inkMkLst>
        </pc:inkChg>
        <pc:inkChg chg="add del">
          <ac:chgData name="Demaeght Gunnarr" userId="d4ee6c7f-5b58-43ba-8a8e-d2bde2eb291f" providerId="ADAL" clId="{5D62749E-E127-43B3-8AC6-51DF11B66DA8}" dt="2026-09-27T12:13:39.966" v="1019" actId="9405"/>
          <ac:inkMkLst>
            <pc:docMk/>
            <pc:sldMk cId="2265773176" sldId="261"/>
            <ac:inkMk id="49" creationId="{9916E930-9ACB-288A-B0F1-13AA837EBCBA}"/>
          </ac:inkMkLst>
        </pc:inkChg>
        <pc:inkChg chg="add mod">
          <ac:chgData name="Demaeght Gunnarr" userId="d4ee6c7f-5b58-43ba-8a8e-d2bde2eb291f" providerId="ADAL" clId="{5D62749E-E127-43B3-8AC6-51DF11B66DA8}" dt="2026-09-27T12:13:39.576" v="1017"/>
          <ac:inkMkLst>
            <pc:docMk/>
            <pc:sldMk cId="2265773176" sldId="261"/>
            <ac:inkMk id="50" creationId="{F43C773F-766F-A644-7C8C-68B789684906}"/>
          </ac:inkMkLst>
        </pc:inkChg>
        <pc:inkChg chg="add del">
          <ac:chgData name="Demaeght Gunnarr" userId="d4ee6c7f-5b58-43ba-8a8e-d2bde2eb291f" providerId="ADAL" clId="{5D62749E-E127-43B3-8AC6-51DF11B66DA8}" dt="2026-09-27T12:13:39.354" v="1016" actId="9405"/>
          <ac:inkMkLst>
            <pc:docMk/>
            <pc:sldMk cId="2265773176" sldId="261"/>
            <ac:inkMk id="51" creationId="{ACA7A438-FCDD-2D56-0B05-DE37D5E12B35}"/>
          </ac:inkMkLst>
        </pc:inkChg>
        <pc:inkChg chg="add mod">
          <ac:chgData name="Demaeght Gunnarr" userId="d4ee6c7f-5b58-43ba-8a8e-d2bde2eb291f" providerId="ADAL" clId="{5D62749E-E127-43B3-8AC6-51DF11B66DA8}" dt="2026-09-27T12:13:38.921" v="1014"/>
          <ac:inkMkLst>
            <pc:docMk/>
            <pc:sldMk cId="2265773176" sldId="261"/>
            <ac:inkMk id="52" creationId="{7F6042BB-8835-EA30-05AE-CB55F93A6964}"/>
          </ac:inkMkLst>
        </pc:inkChg>
        <pc:inkChg chg="add del">
          <ac:chgData name="Demaeght Gunnarr" userId="d4ee6c7f-5b58-43ba-8a8e-d2bde2eb291f" providerId="ADAL" clId="{5D62749E-E127-43B3-8AC6-51DF11B66DA8}" dt="2026-09-27T12:13:20.327" v="1007" actId="9405"/>
          <ac:inkMkLst>
            <pc:docMk/>
            <pc:sldMk cId="2265773176" sldId="261"/>
            <ac:inkMk id="53" creationId="{4A1F4842-4EC3-04C4-0A7D-2EF49922D64F}"/>
          </ac:inkMkLst>
        </pc:inkChg>
        <pc:inkChg chg="add del">
          <ac:chgData name="Demaeght Gunnarr" userId="d4ee6c7f-5b58-43ba-8a8e-d2bde2eb291f" providerId="ADAL" clId="{5D62749E-E127-43B3-8AC6-51DF11B66DA8}" dt="2026-09-27T12:13:38.684" v="1013" actId="9405"/>
          <ac:inkMkLst>
            <pc:docMk/>
            <pc:sldMk cId="2265773176" sldId="261"/>
            <ac:inkMk id="54" creationId="{62C3ABBA-365C-15DC-CE48-54E6390FBEE0}"/>
          </ac:inkMkLst>
        </pc:inkChg>
        <pc:inkChg chg="add mod">
          <ac:chgData name="Demaeght Gunnarr" userId="d4ee6c7f-5b58-43ba-8a8e-d2bde2eb291f" providerId="ADAL" clId="{5D62749E-E127-43B3-8AC6-51DF11B66DA8}" dt="2026-09-27T12:13:37.803" v="1011"/>
          <ac:inkMkLst>
            <pc:docMk/>
            <pc:sldMk cId="2265773176" sldId="261"/>
            <ac:inkMk id="55" creationId="{C80EC12A-5929-33AD-8BBB-7128A46EBE65}"/>
          </ac:inkMkLst>
        </pc:inkChg>
        <pc:inkChg chg="add del">
          <ac:chgData name="Demaeght Gunnarr" userId="d4ee6c7f-5b58-43ba-8a8e-d2bde2eb291f" providerId="ADAL" clId="{5D62749E-E127-43B3-8AC6-51DF11B66DA8}" dt="2026-09-27T12:13:59.743" v="1026"/>
          <ac:inkMkLst>
            <pc:docMk/>
            <pc:sldMk cId="2265773176" sldId="261"/>
            <ac:inkMk id="56" creationId="{EC8F877E-CC49-5B9F-5CB8-636FBA75411A}"/>
          </ac:inkMkLst>
        </pc:inkChg>
        <pc:inkChg chg="add mod">
          <ac:chgData name="Demaeght Gunnarr" userId="d4ee6c7f-5b58-43ba-8a8e-d2bde2eb291f" providerId="ADAL" clId="{5D62749E-E127-43B3-8AC6-51DF11B66DA8}" dt="2026-09-27T12:14:01.866" v="1027"/>
          <ac:inkMkLst>
            <pc:docMk/>
            <pc:sldMk cId="2265773176" sldId="261"/>
            <ac:inkMk id="57" creationId="{33E4A19E-6E14-ACBB-6413-098F33B2D04A}"/>
          </ac:inkMkLst>
        </pc:inkChg>
        <pc:inkChg chg="add del">
          <ac:chgData name="Demaeght Gunnarr" userId="d4ee6c7f-5b58-43ba-8a8e-d2bde2eb291f" providerId="ADAL" clId="{5D62749E-E127-43B3-8AC6-51DF11B66DA8}" dt="2026-09-27T12:14:05.583" v="1029"/>
          <ac:inkMkLst>
            <pc:docMk/>
            <pc:sldMk cId="2265773176" sldId="261"/>
            <ac:inkMk id="58" creationId="{8A864321-3F8E-6B97-672E-32F46415FA02}"/>
          </ac:inkMkLst>
        </pc:inkChg>
        <pc:inkChg chg="add mod">
          <ac:chgData name="Demaeght Gunnarr" userId="d4ee6c7f-5b58-43ba-8a8e-d2bde2eb291f" providerId="ADAL" clId="{5D62749E-E127-43B3-8AC6-51DF11B66DA8}" dt="2026-09-28T06:31:44.507" v="1139" actId="1076"/>
          <ac:inkMkLst>
            <pc:docMk/>
            <pc:sldMk cId="2265773176" sldId="261"/>
            <ac:inkMk id="59" creationId="{8A2DCFF6-2636-A5F9-FFD5-7C670C15560E}"/>
          </ac:inkMkLst>
        </pc:inkChg>
        <pc:inkChg chg="add del">
          <ac:chgData name="Demaeght Gunnarr" userId="d4ee6c7f-5b58-43ba-8a8e-d2bde2eb291f" providerId="ADAL" clId="{5D62749E-E127-43B3-8AC6-51DF11B66DA8}" dt="2026-09-27T12:14:15.407" v="1032"/>
          <ac:inkMkLst>
            <pc:docMk/>
            <pc:sldMk cId="2265773176" sldId="261"/>
            <ac:inkMk id="60" creationId="{2CC8557E-29DB-77D7-7885-D7B507FF58CF}"/>
          </ac:inkMkLst>
        </pc:inkChg>
        <pc:inkChg chg="add mod">
          <ac:chgData name="Demaeght Gunnarr" userId="d4ee6c7f-5b58-43ba-8a8e-d2bde2eb291f" providerId="ADAL" clId="{5D62749E-E127-43B3-8AC6-51DF11B66DA8}" dt="2026-09-27T12:14:18.371" v="1033"/>
          <ac:inkMkLst>
            <pc:docMk/>
            <pc:sldMk cId="2265773176" sldId="261"/>
            <ac:inkMk id="61" creationId="{A606BE07-B6C8-69A2-62A9-CBD6535792AC}"/>
          </ac:inkMkLst>
        </pc:inkChg>
        <pc:inkChg chg="add del">
          <ac:chgData name="Demaeght Gunnarr" userId="d4ee6c7f-5b58-43ba-8a8e-d2bde2eb291f" providerId="ADAL" clId="{5D62749E-E127-43B3-8AC6-51DF11B66DA8}" dt="2026-09-27T12:14:21.987" v="1035"/>
          <ac:inkMkLst>
            <pc:docMk/>
            <pc:sldMk cId="2265773176" sldId="261"/>
            <ac:inkMk id="62" creationId="{4D8680BE-861A-207F-5200-B4380298FEA8}"/>
          </ac:inkMkLst>
        </pc:inkChg>
        <pc:inkChg chg="add">
          <ac:chgData name="Demaeght Gunnarr" userId="d4ee6c7f-5b58-43ba-8a8e-d2bde2eb291f" providerId="ADAL" clId="{5D62749E-E127-43B3-8AC6-51DF11B66DA8}" dt="2026-09-27T12:14:21.987" v="1035"/>
          <ac:inkMkLst>
            <pc:docMk/>
            <pc:sldMk cId="2265773176" sldId="261"/>
            <ac:inkMk id="63" creationId="{24862A02-C6D0-AF08-F630-55F32910E469}"/>
          </ac:inkMkLst>
        </pc:inkChg>
        <pc:inkChg chg="add del">
          <ac:chgData name="Demaeght Gunnarr" userId="d4ee6c7f-5b58-43ba-8a8e-d2bde2eb291f" providerId="ADAL" clId="{5D62749E-E127-43B3-8AC6-51DF11B66DA8}" dt="2026-09-27T12:14:26.210" v="1037" actId="9405"/>
          <ac:inkMkLst>
            <pc:docMk/>
            <pc:sldMk cId="2265773176" sldId="261"/>
            <ac:inkMk id="64" creationId="{B5F260C2-8CFD-32CC-A5B1-01FC1AA801C5}"/>
          </ac:inkMkLst>
        </pc:inkChg>
        <pc:cxnChg chg="add del mod">
          <ac:chgData name="Demaeght Gunnarr" userId="d4ee6c7f-5b58-43ba-8a8e-d2bde2eb291f" providerId="ADAL" clId="{5D62749E-E127-43B3-8AC6-51DF11B66DA8}" dt="2026-09-27T12:16:52.105" v="1045" actId="11529"/>
          <ac:cxnSpMkLst>
            <pc:docMk/>
            <pc:sldMk cId="2265773176" sldId="261"/>
            <ac:cxnSpMk id="67" creationId="{0E9AAEE9-C4B7-A313-2192-65DCF5A3C2BF}"/>
          </ac:cxnSpMkLst>
        </pc:cxnChg>
      </pc:sldChg>
      <pc:sldChg chg="delSp modSp new mod modTransition modClrScheme chgLayout">
        <pc:chgData name="Demaeght Gunnarr" userId="d4ee6c7f-5b58-43ba-8a8e-d2bde2eb291f" providerId="ADAL" clId="{5D62749E-E127-43B3-8AC6-51DF11B66DA8}" dt="2026-09-27T11:12:03.319" v="815"/>
        <pc:sldMkLst>
          <pc:docMk/>
          <pc:sldMk cId="3244582694" sldId="262"/>
        </pc:sldMkLst>
        <pc:spChg chg="mod">
          <ac:chgData name="Demaeght Gunnarr" userId="d4ee6c7f-5b58-43ba-8a8e-d2bde2eb291f" providerId="ADAL" clId="{5D62749E-E127-43B3-8AC6-51DF11B66DA8}" dt="2026-09-27T11:12:03.319" v="815"/>
          <ac:spMkLst>
            <pc:docMk/>
            <pc:sldMk cId="3244582694" sldId="262"/>
            <ac:spMk id="2" creationId="{F5053C1F-8F75-1C45-DE95-75E0DFC03ACF}"/>
          </ac:spMkLst>
        </pc:spChg>
      </pc:sldChg>
      <pc:sldChg chg="addSp delSp modSp new mod modTransition modClrScheme chgLayout">
        <pc:chgData name="Demaeght Gunnarr" userId="d4ee6c7f-5b58-43ba-8a8e-d2bde2eb291f" providerId="ADAL" clId="{5D62749E-E127-43B3-8AC6-51DF11B66DA8}" dt="2026-09-28T07:03:19.745" v="1150" actId="1076"/>
        <pc:sldMkLst>
          <pc:docMk/>
          <pc:sldMk cId="1678947236" sldId="263"/>
        </pc:sldMkLst>
        <pc:spChg chg="del">
          <ac:chgData name="Demaeght Gunnarr" userId="d4ee6c7f-5b58-43ba-8a8e-d2bde2eb291f" providerId="ADAL" clId="{5D62749E-E127-43B3-8AC6-51DF11B66DA8}" dt="2026-09-27T12:22:22.368" v="1057" actId="26606"/>
          <ac:spMkLst>
            <pc:docMk/>
            <pc:sldMk cId="1678947236" sldId="263"/>
            <ac:spMk id="2" creationId="{AE4C5D4B-E0CC-0C06-D4B1-17B56E5920BD}"/>
          </ac:spMkLst>
        </pc:spChg>
        <pc:spChg chg="del">
          <ac:chgData name="Demaeght Gunnarr" userId="d4ee6c7f-5b58-43ba-8a8e-d2bde2eb291f" providerId="ADAL" clId="{5D62749E-E127-43B3-8AC6-51DF11B66DA8}" dt="2026-09-27T12:22:22.368" v="1057" actId="26606"/>
          <ac:spMkLst>
            <pc:docMk/>
            <pc:sldMk cId="1678947236" sldId="263"/>
            <ac:spMk id="3" creationId="{01EF620C-8E57-3E72-DE78-701638477315}"/>
          </ac:spMkLst>
        </pc:spChg>
        <pc:spChg chg="add mod">
          <ac:chgData name="Demaeght Gunnarr" userId="d4ee6c7f-5b58-43ba-8a8e-d2bde2eb291f" providerId="ADAL" clId="{5D62749E-E127-43B3-8AC6-51DF11B66DA8}" dt="2026-09-27T12:22:57.032" v="1107" actId="20577"/>
          <ac:spMkLst>
            <pc:docMk/>
            <pc:sldMk cId="1678947236" sldId="263"/>
            <ac:spMk id="8" creationId="{95ADDD13-FD0C-90F5-F409-31083954BC9A}"/>
          </ac:spMkLst>
        </pc:spChg>
        <pc:spChg chg="add mod">
          <ac:chgData name="Demaeght Gunnarr" userId="d4ee6c7f-5b58-43ba-8a8e-d2bde2eb291f" providerId="ADAL" clId="{5D62749E-E127-43B3-8AC6-51DF11B66DA8}" dt="2026-09-28T06:59:35.053" v="1140"/>
          <ac:spMkLst>
            <pc:docMk/>
            <pc:sldMk cId="1678947236" sldId="263"/>
            <ac:spMk id="10" creationId="{6A1E5F6D-959C-A809-763F-56A5C5A633D2}"/>
          </ac:spMkLst>
        </pc:spChg>
        <pc:picChg chg="add mod">
          <ac:chgData name="Demaeght Gunnarr" userId="d4ee6c7f-5b58-43ba-8a8e-d2bde2eb291f" providerId="ADAL" clId="{5D62749E-E127-43B3-8AC6-51DF11B66DA8}" dt="2026-09-28T07:03:19.745" v="1150" actId="1076"/>
          <ac:picMkLst>
            <pc:docMk/>
            <pc:sldMk cId="1678947236" sldId="263"/>
            <ac:picMk id="3" creationId="{29B940A6-598D-5E78-EBA0-48A4A0F2A7D2}"/>
          </ac:picMkLst>
        </pc:picChg>
        <pc:picChg chg="add del mod">
          <ac:chgData name="Demaeght Gunnarr" userId="d4ee6c7f-5b58-43ba-8a8e-d2bde2eb291f" providerId="ADAL" clId="{5D62749E-E127-43B3-8AC6-51DF11B66DA8}" dt="2026-09-28T07:00:13.172" v="1143" actId="478"/>
          <ac:picMkLst>
            <pc:docMk/>
            <pc:sldMk cId="1678947236" sldId="263"/>
            <ac:picMk id="4" creationId="{6EFE201D-AA46-2D78-373C-61B4FCEF98E0}"/>
          </ac:picMkLst>
        </pc:picChg>
      </pc:sldChg>
      <pc:sldChg chg="addSp delSp modSp new mod modTransition modClrScheme chgLayout">
        <pc:chgData name="Demaeght Gunnarr" userId="d4ee6c7f-5b58-43ba-8a8e-d2bde2eb291f" providerId="ADAL" clId="{5D62749E-E127-43B3-8AC6-51DF11B66DA8}" dt="2026-09-28T16:26:01.152" v="1266"/>
        <pc:sldMkLst>
          <pc:docMk/>
          <pc:sldMk cId="2760668692" sldId="264"/>
        </pc:sldMkLst>
        <pc:spChg chg="del">
          <ac:chgData name="Demaeght Gunnarr" userId="d4ee6c7f-5b58-43ba-8a8e-d2bde2eb291f" providerId="ADAL" clId="{5D62749E-E127-43B3-8AC6-51DF11B66DA8}" dt="2026-09-28T16:19:56.690" v="1155" actId="26606"/>
          <ac:spMkLst>
            <pc:docMk/>
            <pc:sldMk cId="2760668692" sldId="264"/>
            <ac:spMk id="2" creationId="{A902EF6D-679F-F810-07BC-5C9516576C6A}"/>
          </ac:spMkLst>
        </pc:spChg>
        <pc:spChg chg="del">
          <ac:chgData name="Demaeght Gunnarr" userId="d4ee6c7f-5b58-43ba-8a8e-d2bde2eb291f" providerId="ADAL" clId="{5D62749E-E127-43B3-8AC6-51DF11B66DA8}" dt="2026-09-28T16:19:56.690" v="1155" actId="26606"/>
          <ac:spMkLst>
            <pc:docMk/>
            <pc:sldMk cId="2760668692" sldId="264"/>
            <ac:spMk id="3" creationId="{06601979-0E40-C7F9-63CE-FF88D4091AE5}"/>
          </ac:spMkLst>
        </pc:spChg>
        <pc:spChg chg="add mod ord">
          <ac:chgData name="Demaeght Gunnarr" userId="d4ee6c7f-5b58-43ba-8a8e-d2bde2eb291f" providerId="ADAL" clId="{5D62749E-E127-43B3-8AC6-51DF11B66DA8}" dt="2026-09-28T16:25:55.430" v="1265" actId="1076"/>
          <ac:spMkLst>
            <pc:docMk/>
            <pc:sldMk cId="2760668692" sldId="264"/>
            <ac:spMk id="8" creationId="{CA62670D-1AAD-F98F-C148-BE9A831F40F1}"/>
          </ac:spMkLst>
        </pc:spChg>
        <pc:spChg chg="add del mod">
          <ac:chgData name="Demaeght Gunnarr" userId="d4ee6c7f-5b58-43ba-8a8e-d2bde2eb291f" providerId="ADAL" clId="{5D62749E-E127-43B3-8AC6-51DF11B66DA8}" dt="2026-09-28T16:23:30.162" v="1253" actId="26606"/>
          <ac:spMkLst>
            <pc:docMk/>
            <pc:sldMk cId="2760668692" sldId="264"/>
            <ac:spMk id="10" creationId="{CA0A2D04-6300-804F-8DCE-08380576DCA7}"/>
          </ac:spMkLst>
        </pc:spChg>
        <pc:spChg chg="add del mod">
          <ac:chgData name="Demaeght Gunnarr" userId="d4ee6c7f-5b58-43ba-8a8e-d2bde2eb291f" providerId="ADAL" clId="{5D62749E-E127-43B3-8AC6-51DF11B66DA8}" dt="2026-09-28T16:21:51.453" v="1233" actId="26606"/>
          <ac:spMkLst>
            <pc:docMk/>
            <pc:sldMk cId="2760668692" sldId="264"/>
            <ac:spMk id="15" creationId="{175A62C7-3E58-C564-F3A2-AA326185AD11}"/>
          </ac:spMkLst>
        </pc:spChg>
        <pc:graphicFrameChg chg="add mod ord">
          <ac:chgData name="Demaeght Gunnarr" userId="d4ee6c7f-5b58-43ba-8a8e-d2bde2eb291f" providerId="ADAL" clId="{5D62749E-E127-43B3-8AC6-51DF11B66DA8}" dt="2026-09-28T16:25:42.677" v="1264" actId="1076"/>
          <ac:graphicFrameMkLst>
            <pc:docMk/>
            <pc:sldMk cId="2760668692" sldId="264"/>
            <ac:graphicFrameMk id="12" creationId="{0E2A3DB1-B1AD-54F2-0BF3-EA9B2484CC9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6134B5-4CC2-4B7A-BAD4-ADF5C3BEAB84}" type="doc">
      <dgm:prSet loTypeId="urn:microsoft.com/office/officeart/2005/8/layout/hierarchy1" loCatId="hierarchy" qsTypeId="urn:microsoft.com/office/officeart/2005/8/quickstyle/simple1#1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3BAB8303-5DD2-4E41-B528-66E84AC0361B}">
      <dgm:prSet/>
      <dgm:spPr/>
      <dgm:t>
        <a:bodyPr/>
        <a:lstStyle/>
        <a:p>
          <a:r>
            <a:rPr lang="en-US"/>
            <a:t>mobile app</a:t>
          </a:r>
        </a:p>
      </dgm:t>
    </dgm:pt>
    <dgm:pt modelId="{D00F3405-110A-450C-BDCF-7B3DB254D8AA}" type="parTrans" cxnId="{F0EDC11F-DFD4-49EF-8291-486B5025978B}">
      <dgm:prSet/>
      <dgm:spPr/>
      <dgm:t>
        <a:bodyPr/>
        <a:lstStyle/>
        <a:p>
          <a:endParaRPr lang="en-US"/>
        </a:p>
      </dgm:t>
    </dgm:pt>
    <dgm:pt modelId="{A3F2139A-0216-4D45-AE29-6B6FA8CA9203}" type="sibTrans" cxnId="{F0EDC11F-DFD4-49EF-8291-486B5025978B}">
      <dgm:prSet/>
      <dgm:spPr/>
      <dgm:t>
        <a:bodyPr/>
        <a:lstStyle/>
        <a:p>
          <a:endParaRPr lang="en-US"/>
        </a:p>
      </dgm:t>
    </dgm:pt>
    <dgm:pt modelId="{DB0C4415-FD09-476C-94FF-664CC3568112}">
      <dgm:prSet/>
      <dgm:spPr/>
      <dgm:t>
        <a:bodyPr/>
        <a:lstStyle/>
        <a:p>
          <a:r>
            <a:rPr lang="en-US"/>
            <a:t>gezichtsherkenning</a:t>
          </a:r>
        </a:p>
      </dgm:t>
    </dgm:pt>
    <dgm:pt modelId="{23D87EB9-9F01-4DE0-8653-2150FFD9C5CD}" type="parTrans" cxnId="{15108143-7248-4F1C-9EE3-F036572A73E9}">
      <dgm:prSet/>
      <dgm:spPr/>
      <dgm:t>
        <a:bodyPr/>
        <a:lstStyle/>
        <a:p>
          <a:endParaRPr lang="en-US"/>
        </a:p>
      </dgm:t>
    </dgm:pt>
    <dgm:pt modelId="{1BC9DB88-96CE-4C6C-A5FB-B687D3C7CEF9}" type="sibTrans" cxnId="{15108143-7248-4F1C-9EE3-F036572A73E9}">
      <dgm:prSet/>
      <dgm:spPr/>
      <dgm:t>
        <a:bodyPr/>
        <a:lstStyle/>
        <a:p>
          <a:endParaRPr lang="en-US"/>
        </a:p>
      </dgm:t>
    </dgm:pt>
    <dgm:pt modelId="{26E42511-0BF2-44B6-85AE-827D18546B37}">
      <dgm:prSet/>
      <dgm:spPr/>
      <dgm:t>
        <a:bodyPr/>
        <a:lstStyle/>
        <a:p>
          <a:r>
            <a:rPr lang="en-US"/>
            <a:t>objectherkenning</a:t>
          </a:r>
        </a:p>
      </dgm:t>
    </dgm:pt>
    <dgm:pt modelId="{B2380473-F120-4616-9405-821BC510D38E}" type="parTrans" cxnId="{2282E2FB-B4EC-42F0-8F73-742D10E71165}">
      <dgm:prSet/>
      <dgm:spPr/>
      <dgm:t>
        <a:bodyPr/>
        <a:lstStyle/>
        <a:p>
          <a:endParaRPr lang="en-US"/>
        </a:p>
      </dgm:t>
    </dgm:pt>
    <dgm:pt modelId="{0E187D25-3E9B-4262-BF52-019D4ADC532B}" type="sibTrans" cxnId="{2282E2FB-B4EC-42F0-8F73-742D10E71165}">
      <dgm:prSet/>
      <dgm:spPr/>
      <dgm:t>
        <a:bodyPr/>
        <a:lstStyle/>
        <a:p>
          <a:endParaRPr lang="en-US"/>
        </a:p>
      </dgm:t>
    </dgm:pt>
    <dgm:pt modelId="{6F3487D7-329F-4DE8-AD4D-10CC755C4111}">
      <dgm:prSet/>
      <dgm:spPr/>
      <dgm:t>
        <a:bodyPr/>
        <a:lstStyle/>
        <a:p>
          <a:r>
            <a:rPr lang="en-US"/>
            <a:t>speech to text</a:t>
          </a:r>
        </a:p>
      </dgm:t>
    </dgm:pt>
    <dgm:pt modelId="{46E6E6EF-BB78-4224-A960-7623709655E5}" type="parTrans" cxnId="{F628742A-3E5B-4895-BF81-A19347C45FF6}">
      <dgm:prSet/>
      <dgm:spPr/>
      <dgm:t>
        <a:bodyPr/>
        <a:lstStyle/>
        <a:p>
          <a:endParaRPr lang="en-US"/>
        </a:p>
      </dgm:t>
    </dgm:pt>
    <dgm:pt modelId="{F3F9E80F-D15A-4366-862E-E4A8BE29243C}" type="sibTrans" cxnId="{F628742A-3E5B-4895-BF81-A19347C45FF6}">
      <dgm:prSet/>
      <dgm:spPr/>
      <dgm:t>
        <a:bodyPr/>
        <a:lstStyle/>
        <a:p>
          <a:endParaRPr lang="en-US"/>
        </a:p>
      </dgm:t>
    </dgm:pt>
    <dgm:pt modelId="{1E84847B-471E-4F80-BC6D-3BD445B906C6}" type="pres">
      <dgm:prSet presAssocID="{0A6134B5-4CC2-4B7A-BAD4-ADF5C3BEAB8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52A2F7-E160-4D4F-B628-7D863ADC9995}" type="pres">
      <dgm:prSet presAssocID="{3BAB8303-5DD2-4E41-B528-66E84AC0361B}" presName="hierRoot1" presStyleCnt="0"/>
      <dgm:spPr/>
    </dgm:pt>
    <dgm:pt modelId="{30CC51DB-B1D3-414F-A5BB-E07567444A95}" type="pres">
      <dgm:prSet presAssocID="{3BAB8303-5DD2-4E41-B528-66E84AC0361B}" presName="composite" presStyleCnt="0"/>
      <dgm:spPr/>
    </dgm:pt>
    <dgm:pt modelId="{C504FDCD-748B-40DB-B109-B00F55BC541D}" type="pres">
      <dgm:prSet presAssocID="{3BAB8303-5DD2-4E41-B528-66E84AC0361B}" presName="background" presStyleLbl="node0" presStyleIdx="0" presStyleCnt="4"/>
      <dgm:spPr/>
    </dgm:pt>
    <dgm:pt modelId="{89FC8D94-751C-4213-B35D-3D2A0D7EA40B}" type="pres">
      <dgm:prSet presAssocID="{3BAB8303-5DD2-4E41-B528-66E84AC0361B}" presName="text" presStyleLbl="fgAcc0" presStyleIdx="0" presStyleCnt="4">
        <dgm:presLayoutVars>
          <dgm:chPref val="3"/>
        </dgm:presLayoutVars>
      </dgm:prSet>
      <dgm:spPr/>
    </dgm:pt>
    <dgm:pt modelId="{BFA0F3A6-7029-4640-826D-EFD784AFD732}" type="pres">
      <dgm:prSet presAssocID="{3BAB8303-5DD2-4E41-B528-66E84AC0361B}" presName="hierChild2" presStyleCnt="0"/>
      <dgm:spPr/>
    </dgm:pt>
    <dgm:pt modelId="{6B9F376D-75EA-4C5E-A96E-34EA0764ED15}" type="pres">
      <dgm:prSet presAssocID="{DB0C4415-FD09-476C-94FF-664CC3568112}" presName="hierRoot1" presStyleCnt="0"/>
      <dgm:spPr/>
    </dgm:pt>
    <dgm:pt modelId="{022AF6F9-A3B0-4084-9C1C-2E102D129452}" type="pres">
      <dgm:prSet presAssocID="{DB0C4415-FD09-476C-94FF-664CC3568112}" presName="composite" presStyleCnt="0"/>
      <dgm:spPr/>
    </dgm:pt>
    <dgm:pt modelId="{2AEF96B5-AC16-4A94-8ABA-32FD9280FBE0}" type="pres">
      <dgm:prSet presAssocID="{DB0C4415-FD09-476C-94FF-664CC3568112}" presName="background" presStyleLbl="node0" presStyleIdx="1" presStyleCnt="4"/>
      <dgm:spPr/>
    </dgm:pt>
    <dgm:pt modelId="{C89EB3FB-2485-43F3-810A-B5D1C06110AC}" type="pres">
      <dgm:prSet presAssocID="{DB0C4415-FD09-476C-94FF-664CC3568112}" presName="text" presStyleLbl="fgAcc0" presStyleIdx="1" presStyleCnt="4">
        <dgm:presLayoutVars>
          <dgm:chPref val="3"/>
        </dgm:presLayoutVars>
      </dgm:prSet>
      <dgm:spPr/>
    </dgm:pt>
    <dgm:pt modelId="{8C6EEA75-9676-4F73-830E-9F7A468245A4}" type="pres">
      <dgm:prSet presAssocID="{DB0C4415-FD09-476C-94FF-664CC3568112}" presName="hierChild2" presStyleCnt="0"/>
      <dgm:spPr/>
    </dgm:pt>
    <dgm:pt modelId="{C7E2D723-E18D-4E13-9928-5AEA8C8FAAE1}" type="pres">
      <dgm:prSet presAssocID="{26E42511-0BF2-44B6-85AE-827D18546B37}" presName="hierRoot1" presStyleCnt="0"/>
      <dgm:spPr/>
    </dgm:pt>
    <dgm:pt modelId="{B9E7B42B-C1BD-469B-8459-E69DDB6C615B}" type="pres">
      <dgm:prSet presAssocID="{26E42511-0BF2-44B6-85AE-827D18546B37}" presName="composite" presStyleCnt="0"/>
      <dgm:spPr/>
    </dgm:pt>
    <dgm:pt modelId="{9CEEB952-0EF3-4D78-A339-DFB498CEF9FE}" type="pres">
      <dgm:prSet presAssocID="{26E42511-0BF2-44B6-85AE-827D18546B37}" presName="background" presStyleLbl="node0" presStyleIdx="2" presStyleCnt="4"/>
      <dgm:spPr/>
    </dgm:pt>
    <dgm:pt modelId="{BDC69640-85AF-4298-80EC-264C8859FDFF}" type="pres">
      <dgm:prSet presAssocID="{26E42511-0BF2-44B6-85AE-827D18546B37}" presName="text" presStyleLbl="fgAcc0" presStyleIdx="2" presStyleCnt="4">
        <dgm:presLayoutVars>
          <dgm:chPref val="3"/>
        </dgm:presLayoutVars>
      </dgm:prSet>
      <dgm:spPr/>
    </dgm:pt>
    <dgm:pt modelId="{0E2C03E5-C2A5-439A-BB4C-D2EF3F1F7837}" type="pres">
      <dgm:prSet presAssocID="{26E42511-0BF2-44B6-85AE-827D18546B37}" presName="hierChild2" presStyleCnt="0"/>
      <dgm:spPr/>
    </dgm:pt>
    <dgm:pt modelId="{0D49697D-A0AE-4BC9-9969-00FFC34AA641}" type="pres">
      <dgm:prSet presAssocID="{6F3487D7-329F-4DE8-AD4D-10CC755C4111}" presName="hierRoot1" presStyleCnt="0"/>
      <dgm:spPr/>
    </dgm:pt>
    <dgm:pt modelId="{B69AF8EC-C17C-458F-BFDB-4ED315E03B33}" type="pres">
      <dgm:prSet presAssocID="{6F3487D7-329F-4DE8-AD4D-10CC755C4111}" presName="composite" presStyleCnt="0"/>
      <dgm:spPr/>
    </dgm:pt>
    <dgm:pt modelId="{051BB21D-78DA-4927-B8DD-8B4277522203}" type="pres">
      <dgm:prSet presAssocID="{6F3487D7-329F-4DE8-AD4D-10CC755C4111}" presName="background" presStyleLbl="node0" presStyleIdx="3" presStyleCnt="4"/>
      <dgm:spPr/>
    </dgm:pt>
    <dgm:pt modelId="{71D84B76-B432-4274-B2F3-59FF16E6512E}" type="pres">
      <dgm:prSet presAssocID="{6F3487D7-329F-4DE8-AD4D-10CC755C4111}" presName="text" presStyleLbl="fgAcc0" presStyleIdx="3" presStyleCnt="4">
        <dgm:presLayoutVars>
          <dgm:chPref val="3"/>
        </dgm:presLayoutVars>
      </dgm:prSet>
      <dgm:spPr/>
    </dgm:pt>
    <dgm:pt modelId="{C8F6FCE7-18E3-4729-97C3-9D4140EB5F4B}" type="pres">
      <dgm:prSet presAssocID="{6F3487D7-329F-4DE8-AD4D-10CC755C4111}" presName="hierChild2" presStyleCnt="0"/>
      <dgm:spPr/>
    </dgm:pt>
  </dgm:ptLst>
  <dgm:cxnLst>
    <dgm:cxn modelId="{D5A26504-DF0E-4C72-A545-5C9165B1DCF1}" type="presOf" srcId="{DB0C4415-FD09-476C-94FF-664CC3568112}" destId="{C89EB3FB-2485-43F3-810A-B5D1C06110AC}" srcOrd="0" destOrd="0" presId="urn:microsoft.com/office/officeart/2005/8/layout/hierarchy1"/>
    <dgm:cxn modelId="{F3A67313-EFC4-42B9-B04D-A6CEED890D84}" type="presOf" srcId="{6F3487D7-329F-4DE8-AD4D-10CC755C4111}" destId="{71D84B76-B432-4274-B2F3-59FF16E6512E}" srcOrd="0" destOrd="0" presId="urn:microsoft.com/office/officeart/2005/8/layout/hierarchy1"/>
    <dgm:cxn modelId="{F0EDC11F-DFD4-49EF-8291-486B5025978B}" srcId="{0A6134B5-4CC2-4B7A-BAD4-ADF5C3BEAB84}" destId="{3BAB8303-5DD2-4E41-B528-66E84AC0361B}" srcOrd="0" destOrd="0" parTransId="{D00F3405-110A-450C-BDCF-7B3DB254D8AA}" sibTransId="{A3F2139A-0216-4D45-AE29-6B6FA8CA9203}"/>
    <dgm:cxn modelId="{F628742A-3E5B-4895-BF81-A19347C45FF6}" srcId="{0A6134B5-4CC2-4B7A-BAD4-ADF5C3BEAB84}" destId="{6F3487D7-329F-4DE8-AD4D-10CC755C4111}" srcOrd="3" destOrd="0" parTransId="{46E6E6EF-BB78-4224-A960-7623709655E5}" sibTransId="{F3F9E80F-D15A-4366-862E-E4A8BE29243C}"/>
    <dgm:cxn modelId="{15108143-7248-4F1C-9EE3-F036572A73E9}" srcId="{0A6134B5-4CC2-4B7A-BAD4-ADF5C3BEAB84}" destId="{DB0C4415-FD09-476C-94FF-664CC3568112}" srcOrd="1" destOrd="0" parTransId="{23D87EB9-9F01-4DE0-8653-2150FFD9C5CD}" sibTransId="{1BC9DB88-96CE-4C6C-A5FB-B687D3C7CEF9}"/>
    <dgm:cxn modelId="{90AC4949-F766-4B2D-B90A-6FC691043414}" type="presOf" srcId="{0A6134B5-4CC2-4B7A-BAD4-ADF5C3BEAB84}" destId="{1E84847B-471E-4F80-BC6D-3BD445B906C6}" srcOrd="0" destOrd="0" presId="urn:microsoft.com/office/officeart/2005/8/layout/hierarchy1"/>
    <dgm:cxn modelId="{F8539869-A934-4921-B7BD-90F78D96D3B9}" type="presOf" srcId="{3BAB8303-5DD2-4E41-B528-66E84AC0361B}" destId="{89FC8D94-751C-4213-B35D-3D2A0D7EA40B}" srcOrd="0" destOrd="0" presId="urn:microsoft.com/office/officeart/2005/8/layout/hierarchy1"/>
    <dgm:cxn modelId="{AD50FF5A-55EE-4768-9A53-D197F82534EB}" type="presOf" srcId="{26E42511-0BF2-44B6-85AE-827D18546B37}" destId="{BDC69640-85AF-4298-80EC-264C8859FDFF}" srcOrd="0" destOrd="0" presId="urn:microsoft.com/office/officeart/2005/8/layout/hierarchy1"/>
    <dgm:cxn modelId="{2282E2FB-B4EC-42F0-8F73-742D10E71165}" srcId="{0A6134B5-4CC2-4B7A-BAD4-ADF5C3BEAB84}" destId="{26E42511-0BF2-44B6-85AE-827D18546B37}" srcOrd="2" destOrd="0" parTransId="{B2380473-F120-4616-9405-821BC510D38E}" sibTransId="{0E187D25-3E9B-4262-BF52-019D4ADC532B}"/>
    <dgm:cxn modelId="{D8EE7252-1F4D-4909-B42A-DB09A6A2D91C}" type="presParOf" srcId="{1E84847B-471E-4F80-BC6D-3BD445B906C6}" destId="{E952A2F7-E160-4D4F-B628-7D863ADC9995}" srcOrd="0" destOrd="0" presId="urn:microsoft.com/office/officeart/2005/8/layout/hierarchy1"/>
    <dgm:cxn modelId="{D1EE35CC-B1D4-45A9-9CD0-D2D23B12E035}" type="presParOf" srcId="{E952A2F7-E160-4D4F-B628-7D863ADC9995}" destId="{30CC51DB-B1D3-414F-A5BB-E07567444A95}" srcOrd="0" destOrd="0" presId="urn:microsoft.com/office/officeart/2005/8/layout/hierarchy1"/>
    <dgm:cxn modelId="{617D12E1-1CFE-43C7-92AD-808052B430F3}" type="presParOf" srcId="{30CC51DB-B1D3-414F-A5BB-E07567444A95}" destId="{C504FDCD-748B-40DB-B109-B00F55BC541D}" srcOrd="0" destOrd="0" presId="urn:microsoft.com/office/officeart/2005/8/layout/hierarchy1"/>
    <dgm:cxn modelId="{70CE28FA-B23E-45E0-B9E6-2B4542A1668B}" type="presParOf" srcId="{30CC51DB-B1D3-414F-A5BB-E07567444A95}" destId="{89FC8D94-751C-4213-B35D-3D2A0D7EA40B}" srcOrd="1" destOrd="0" presId="urn:microsoft.com/office/officeart/2005/8/layout/hierarchy1"/>
    <dgm:cxn modelId="{EB65B3CD-9924-4909-9D0D-5B8E472BD95F}" type="presParOf" srcId="{E952A2F7-E160-4D4F-B628-7D863ADC9995}" destId="{BFA0F3A6-7029-4640-826D-EFD784AFD732}" srcOrd="1" destOrd="0" presId="urn:microsoft.com/office/officeart/2005/8/layout/hierarchy1"/>
    <dgm:cxn modelId="{CBADD60B-544E-4C5E-91B9-567AA8D205EC}" type="presParOf" srcId="{1E84847B-471E-4F80-BC6D-3BD445B906C6}" destId="{6B9F376D-75EA-4C5E-A96E-34EA0764ED15}" srcOrd="1" destOrd="0" presId="urn:microsoft.com/office/officeart/2005/8/layout/hierarchy1"/>
    <dgm:cxn modelId="{A4709C9D-B7AE-4CCC-9153-949CF9F446C3}" type="presParOf" srcId="{6B9F376D-75EA-4C5E-A96E-34EA0764ED15}" destId="{022AF6F9-A3B0-4084-9C1C-2E102D129452}" srcOrd="0" destOrd="0" presId="urn:microsoft.com/office/officeart/2005/8/layout/hierarchy1"/>
    <dgm:cxn modelId="{039F05D5-BEEB-4DAD-975F-1C91A0CBEF40}" type="presParOf" srcId="{022AF6F9-A3B0-4084-9C1C-2E102D129452}" destId="{2AEF96B5-AC16-4A94-8ABA-32FD9280FBE0}" srcOrd="0" destOrd="0" presId="urn:microsoft.com/office/officeart/2005/8/layout/hierarchy1"/>
    <dgm:cxn modelId="{40F1FDBB-4A06-47FE-9C61-2481921C7221}" type="presParOf" srcId="{022AF6F9-A3B0-4084-9C1C-2E102D129452}" destId="{C89EB3FB-2485-43F3-810A-B5D1C06110AC}" srcOrd="1" destOrd="0" presId="urn:microsoft.com/office/officeart/2005/8/layout/hierarchy1"/>
    <dgm:cxn modelId="{DB6281EF-0B21-4544-96DF-01108F4810AA}" type="presParOf" srcId="{6B9F376D-75EA-4C5E-A96E-34EA0764ED15}" destId="{8C6EEA75-9676-4F73-830E-9F7A468245A4}" srcOrd="1" destOrd="0" presId="urn:microsoft.com/office/officeart/2005/8/layout/hierarchy1"/>
    <dgm:cxn modelId="{60BB6590-5E14-4B85-A6BB-DF8D62AA402D}" type="presParOf" srcId="{1E84847B-471E-4F80-BC6D-3BD445B906C6}" destId="{C7E2D723-E18D-4E13-9928-5AEA8C8FAAE1}" srcOrd="2" destOrd="0" presId="urn:microsoft.com/office/officeart/2005/8/layout/hierarchy1"/>
    <dgm:cxn modelId="{47CCA24C-F6EE-4BEB-A2BC-ED6C0B371DA5}" type="presParOf" srcId="{C7E2D723-E18D-4E13-9928-5AEA8C8FAAE1}" destId="{B9E7B42B-C1BD-469B-8459-E69DDB6C615B}" srcOrd="0" destOrd="0" presId="urn:microsoft.com/office/officeart/2005/8/layout/hierarchy1"/>
    <dgm:cxn modelId="{995767D8-ED0A-4E9F-BAAE-CAD8B756A0C5}" type="presParOf" srcId="{B9E7B42B-C1BD-469B-8459-E69DDB6C615B}" destId="{9CEEB952-0EF3-4D78-A339-DFB498CEF9FE}" srcOrd="0" destOrd="0" presId="urn:microsoft.com/office/officeart/2005/8/layout/hierarchy1"/>
    <dgm:cxn modelId="{D34B47F8-87DB-4DAE-BBC8-5E19298CA61F}" type="presParOf" srcId="{B9E7B42B-C1BD-469B-8459-E69DDB6C615B}" destId="{BDC69640-85AF-4298-80EC-264C8859FDFF}" srcOrd="1" destOrd="0" presId="urn:microsoft.com/office/officeart/2005/8/layout/hierarchy1"/>
    <dgm:cxn modelId="{92A884CD-2A0E-4FED-8413-8D0A29805510}" type="presParOf" srcId="{C7E2D723-E18D-4E13-9928-5AEA8C8FAAE1}" destId="{0E2C03E5-C2A5-439A-BB4C-D2EF3F1F7837}" srcOrd="1" destOrd="0" presId="urn:microsoft.com/office/officeart/2005/8/layout/hierarchy1"/>
    <dgm:cxn modelId="{3A6093B2-D1A0-46EC-9835-082F056BE4C8}" type="presParOf" srcId="{1E84847B-471E-4F80-BC6D-3BD445B906C6}" destId="{0D49697D-A0AE-4BC9-9969-00FFC34AA641}" srcOrd="3" destOrd="0" presId="urn:microsoft.com/office/officeart/2005/8/layout/hierarchy1"/>
    <dgm:cxn modelId="{25C29041-9286-4358-BD85-1733310C4104}" type="presParOf" srcId="{0D49697D-A0AE-4BC9-9969-00FFC34AA641}" destId="{B69AF8EC-C17C-458F-BFDB-4ED315E03B33}" srcOrd="0" destOrd="0" presId="urn:microsoft.com/office/officeart/2005/8/layout/hierarchy1"/>
    <dgm:cxn modelId="{471E9853-8041-49FA-B072-73CB666A62B9}" type="presParOf" srcId="{B69AF8EC-C17C-458F-BFDB-4ED315E03B33}" destId="{051BB21D-78DA-4927-B8DD-8B4277522203}" srcOrd="0" destOrd="0" presId="urn:microsoft.com/office/officeart/2005/8/layout/hierarchy1"/>
    <dgm:cxn modelId="{54D5A18B-E0DA-489C-BE4F-284F8DE4B53D}" type="presParOf" srcId="{B69AF8EC-C17C-458F-BFDB-4ED315E03B33}" destId="{71D84B76-B432-4274-B2F3-59FF16E6512E}" srcOrd="1" destOrd="0" presId="urn:microsoft.com/office/officeart/2005/8/layout/hierarchy1"/>
    <dgm:cxn modelId="{BC7998C1-D7DA-4070-B808-95ACC52737D7}" type="presParOf" srcId="{0D49697D-A0AE-4BC9-9969-00FFC34AA641}" destId="{C8F6FCE7-18E3-4729-97C3-9D4140EB5F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4FDCD-748B-40DB-B109-B00F55BC541D}">
      <dsp:nvSpPr>
        <dsp:cNvPr id="0" name=""/>
        <dsp:cNvSpPr/>
      </dsp:nvSpPr>
      <dsp:spPr>
        <a:xfrm>
          <a:off x="2522" y="2445302"/>
          <a:ext cx="1801257" cy="11437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C8D94-751C-4213-B35D-3D2A0D7EA40B}">
      <dsp:nvSpPr>
        <dsp:cNvPr id="0" name=""/>
        <dsp:cNvSpPr/>
      </dsp:nvSpPr>
      <dsp:spPr>
        <a:xfrm>
          <a:off x="202662" y="2635435"/>
          <a:ext cx="1801257" cy="1143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mobile app</a:t>
          </a:r>
        </a:p>
      </dsp:txBody>
      <dsp:txXfrm>
        <a:off x="236163" y="2668936"/>
        <a:ext cx="1734255" cy="1076796"/>
      </dsp:txXfrm>
    </dsp:sp>
    <dsp:sp modelId="{2AEF96B5-AC16-4A94-8ABA-32FD9280FBE0}">
      <dsp:nvSpPr>
        <dsp:cNvPr id="0" name=""/>
        <dsp:cNvSpPr/>
      </dsp:nvSpPr>
      <dsp:spPr>
        <a:xfrm>
          <a:off x="2204059" y="2445302"/>
          <a:ext cx="1801257" cy="11437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9EB3FB-2485-43F3-810A-B5D1C06110AC}">
      <dsp:nvSpPr>
        <dsp:cNvPr id="0" name=""/>
        <dsp:cNvSpPr/>
      </dsp:nvSpPr>
      <dsp:spPr>
        <a:xfrm>
          <a:off x="2404199" y="2635435"/>
          <a:ext cx="1801257" cy="1143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gezichtsherkenning</a:t>
          </a:r>
        </a:p>
      </dsp:txBody>
      <dsp:txXfrm>
        <a:off x="2437700" y="2668936"/>
        <a:ext cx="1734255" cy="1076796"/>
      </dsp:txXfrm>
    </dsp:sp>
    <dsp:sp modelId="{9CEEB952-0EF3-4D78-A339-DFB498CEF9FE}">
      <dsp:nvSpPr>
        <dsp:cNvPr id="0" name=""/>
        <dsp:cNvSpPr/>
      </dsp:nvSpPr>
      <dsp:spPr>
        <a:xfrm>
          <a:off x="4405596" y="2445302"/>
          <a:ext cx="1801257" cy="11437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69640-85AF-4298-80EC-264C8859FDFF}">
      <dsp:nvSpPr>
        <dsp:cNvPr id="0" name=""/>
        <dsp:cNvSpPr/>
      </dsp:nvSpPr>
      <dsp:spPr>
        <a:xfrm>
          <a:off x="4605736" y="2635435"/>
          <a:ext cx="1801257" cy="1143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objectherkenning</a:t>
          </a:r>
        </a:p>
      </dsp:txBody>
      <dsp:txXfrm>
        <a:off x="4639237" y="2668936"/>
        <a:ext cx="1734255" cy="1076796"/>
      </dsp:txXfrm>
    </dsp:sp>
    <dsp:sp modelId="{051BB21D-78DA-4927-B8DD-8B4277522203}">
      <dsp:nvSpPr>
        <dsp:cNvPr id="0" name=""/>
        <dsp:cNvSpPr/>
      </dsp:nvSpPr>
      <dsp:spPr>
        <a:xfrm>
          <a:off x="6607133" y="2445302"/>
          <a:ext cx="1801257" cy="11437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84B76-B432-4274-B2F3-59FF16E6512E}">
      <dsp:nvSpPr>
        <dsp:cNvPr id="0" name=""/>
        <dsp:cNvSpPr/>
      </dsp:nvSpPr>
      <dsp:spPr>
        <a:xfrm>
          <a:off x="6807273" y="2635435"/>
          <a:ext cx="1801257" cy="11437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speech to text</a:t>
          </a:r>
        </a:p>
      </dsp:txBody>
      <dsp:txXfrm>
        <a:off x="6840774" y="2668936"/>
        <a:ext cx="1734255" cy="107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12:13:59.74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24380,'1885'956'0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12:14:05.58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16 1 24450,'0'601'0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12:14:15.4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22 0 24404,'0'630'0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12:14:21.9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1011 1 24417,'-1010'1038'0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978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434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5731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8248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623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69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5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7230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3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2150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97173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LID4096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18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741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268659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069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4793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1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642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26284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73427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231084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6681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6262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3841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86423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078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666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445A4285-81FE-4AB8-816F-246C957942AC}" type="datetimeFigureOut">
              <a:rPr lang="LID4096" smtClean="0"/>
              <a:t>09/28/2026</a:t>
            </a:fld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2B5DCC7-027A-42C1-8467-6DF8D347303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4221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15.jpeg"/><Relationship Id="rId7" Type="http://schemas.openxmlformats.org/officeDocument/2006/relationships/customXml" Target="../ink/ink2.xml"/><Relationship Id="rId12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21.png"/><Relationship Id="rId4" Type="http://schemas.openxmlformats.org/officeDocument/2006/relationships/image" Target="../media/image18.jpe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F755-1456-23EA-522B-3413FBB80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CCTV camera </a:t>
            </a:r>
            <a:r>
              <a:rPr lang="en-US" dirty="0" err="1"/>
              <a:t>systeem</a:t>
            </a:r>
            <a:r>
              <a:rPr lang="en-US" dirty="0"/>
              <a:t> met Raspberry Pi 5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EB11B3-1A3C-6998-B344-4B98D7D37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Gunnarr Demaeght 6ICWA nr.2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45550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588F-6AFB-42EF-AEFE-A25538B6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28" y="834539"/>
            <a:ext cx="5378267" cy="985658"/>
          </a:xfrm>
        </p:spPr>
        <p:txBody>
          <a:bodyPr anchor="b">
            <a:normAutofit/>
          </a:bodyPr>
          <a:lstStyle/>
          <a:p>
            <a:r>
              <a:rPr lang="en-US" dirty="0"/>
              <a:t>Wat is </a:t>
            </a:r>
            <a:r>
              <a:rPr lang="en-US" dirty="0" err="1"/>
              <a:t>een</a:t>
            </a:r>
            <a:r>
              <a:rPr lang="en-US" dirty="0"/>
              <a:t> Raspberry Pi</a:t>
            </a:r>
            <a:endParaRPr lang="LID4096" dirty="0"/>
          </a:p>
        </p:txBody>
      </p:sp>
      <p:pic>
        <p:nvPicPr>
          <p:cNvPr id="4" name="Content Placeholder 3" descr="RASPBERRY PI SC1112">
            <a:extLst>
              <a:ext uri="{FF2B5EF4-FFF2-40B4-BE49-F238E27FC236}">
                <a16:creationId xmlns:a16="http://schemas.microsoft.com/office/drawing/2014/main" id="{433D5510-5D4A-2057-29C2-C3F450735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658" y="2449954"/>
            <a:ext cx="5254684" cy="39410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57967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55C2-83CE-A738-984C-84961BBA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817" y="1063203"/>
            <a:ext cx="5496426" cy="2092272"/>
          </a:xfrm>
        </p:spPr>
        <p:txBody>
          <a:bodyPr anchor="t">
            <a:normAutofit/>
          </a:bodyPr>
          <a:lstStyle/>
          <a:p>
            <a:r>
              <a:rPr lang="en-US" sz="4800" dirty="0" err="1"/>
              <a:t>Waarom</a:t>
            </a:r>
            <a:r>
              <a:rPr lang="en-US" sz="4800" dirty="0"/>
              <a:t> </a:t>
            </a:r>
            <a:r>
              <a:rPr lang="en-US" sz="4800" dirty="0" err="1"/>
              <a:t>heb</a:t>
            </a:r>
            <a:r>
              <a:rPr lang="en-US" sz="4800" dirty="0"/>
              <a:t> </a:t>
            </a:r>
            <a:r>
              <a:rPr lang="en-US" sz="4800" dirty="0" err="1"/>
              <a:t>ik</a:t>
            </a:r>
            <a:r>
              <a:rPr lang="en-US" sz="4800" dirty="0"/>
              <a:t> </a:t>
            </a:r>
            <a:r>
              <a:rPr lang="en-US" sz="4800" dirty="0" err="1"/>
              <a:t>voor</a:t>
            </a:r>
            <a:r>
              <a:rPr lang="en-US" sz="4800" dirty="0"/>
              <a:t> </a:t>
            </a:r>
            <a:r>
              <a:rPr lang="en-US" sz="4800" dirty="0" err="1"/>
              <a:t>dit</a:t>
            </a:r>
            <a:r>
              <a:rPr lang="en-US" sz="4800" dirty="0"/>
              <a:t> </a:t>
            </a:r>
            <a:r>
              <a:rPr lang="en-US" sz="4800" dirty="0" err="1"/>
              <a:t>gekozen</a:t>
            </a:r>
            <a:r>
              <a:rPr lang="en-US" sz="4800" dirty="0"/>
              <a:t>?</a:t>
            </a:r>
            <a:endParaRPr lang="LID4096" sz="4800" dirty="0"/>
          </a:p>
        </p:txBody>
      </p:sp>
      <p:pic>
        <p:nvPicPr>
          <p:cNvPr id="5" name="Picture 4" descr="What Is CCTV Monitoring and How Does It Work?">
            <a:extLst>
              <a:ext uri="{FF2B5EF4-FFF2-40B4-BE49-F238E27FC236}">
                <a16:creationId xmlns:a16="http://schemas.microsoft.com/office/drawing/2014/main" id="{46F7A7B9-FDEB-B3EA-6230-162E3EF7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205" b="-3"/>
          <a:stretch>
            <a:fillRect/>
          </a:stretch>
        </p:blipFill>
        <p:spPr>
          <a:xfrm>
            <a:off x="6429040" y="3702526"/>
            <a:ext cx="3916103" cy="2765887"/>
          </a:xfrm>
          <a:prstGeom prst="rect">
            <a:avLst/>
          </a:prstGeom>
          <a:noFill/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Content Placeholder 3" descr="RASPBERRY PI SC1112">
            <a:extLst>
              <a:ext uri="{FF2B5EF4-FFF2-40B4-BE49-F238E27FC236}">
                <a16:creationId xmlns:a16="http://schemas.microsoft.com/office/drawing/2014/main" id="{883AE644-BF24-3051-10C6-EF5ACD29F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60" y="207659"/>
            <a:ext cx="5254684" cy="394101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3266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1935CC8-2890-5E51-2D68-07BE9A14B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63" y="661668"/>
            <a:ext cx="6433266" cy="1962149"/>
          </a:xfrm>
        </p:spPr>
        <p:txBody>
          <a:bodyPr anchor="t">
            <a:normAutofit/>
          </a:bodyPr>
          <a:lstStyle/>
          <a:p>
            <a:r>
              <a:rPr lang="en-US" sz="5500" dirty="0"/>
              <a:t>Hoe </a:t>
            </a:r>
            <a:r>
              <a:rPr lang="en-US" sz="5500" dirty="0" err="1"/>
              <a:t>werkt</a:t>
            </a:r>
            <a:r>
              <a:rPr lang="en-US" sz="5500" dirty="0"/>
              <a:t> het?</a:t>
            </a:r>
          </a:p>
        </p:txBody>
      </p:sp>
      <p:pic>
        <p:nvPicPr>
          <p:cNvPr id="19" name="Picture 18" descr="Laptop computer | Definition, History, &amp; Facts | Britannica">
            <a:extLst>
              <a:ext uri="{FF2B5EF4-FFF2-40B4-BE49-F238E27FC236}">
                <a16:creationId xmlns:a16="http://schemas.microsoft.com/office/drawing/2014/main" id="{8DC3EC01-6689-15B9-46EE-FFF6C0B7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24" y="3658263"/>
            <a:ext cx="3142896" cy="21175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Content Placeholder 3" descr="RASPBERRY PI SC1112">
            <a:extLst>
              <a:ext uri="{FF2B5EF4-FFF2-40B4-BE49-F238E27FC236}">
                <a16:creationId xmlns:a16="http://schemas.microsoft.com/office/drawing/2014/main" id="{D652357C-4258-1662-7EC5-FF5523338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068" y="3658263"/>
            <a:ext cx="2823368" cy="21175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Picture 26" descr="Power Gear Interior/Exterior Simulated Security Camera 40661 at Lowes.com">
            <a:extLst>
              <a:ext uri="{FF2B5EF4-FFF2-40B4-BE49-F238E27FC236}">
                <a16:creationId xmlns:a16="http://schemas.microsoft.com/office/drawing/2014/main" id="{C2D37B91-2787-C25E-5C76-12E23EEB0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593" y="2028352"/>
            <a:ext cx="1400648" cy="1400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Picture 28" descr="Power Gear Interior/Exterior Simulated Security Camera 40661 at Lowes.com">
            <a:extLst>
              <a:ext uri="{FF2B5EF4-FFF2-40B4-BE49-F238E27FC236}">
                <a16:creationId xmlns:a16="http://schemas.microsoft.com/office/drawing/2014/main" id="{5025EC41-7695-E869-BC90-DCC0D99326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049" y="1994163"/>
            <a:ext cx="1400648" cy="1400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 descr="Power Gear Interior/Exterior Simulated Security Camera 40661 at Lowes.com">
            <a:extLst>
              <a:ext uri="{FF2B5EF4-FFF2-40B4-BE49-F238E27FC236}">
                <a16:creationId xmlns:a16="http://schemas.microsoft.com/office/drawing/2014/main" id="{8821ED6F-F19C-17BD-DC7C-093A1649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897" y="1994163"/>
            <a:ext cx="1400648" cy="1400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3" name="Picture 32" descr="Power Gear Interior/Exterior Simulated Security Camera 40661 at Lowes.com">
            <a:extLst>
              <a:ext uri="{FF2B5EF4-FFF2-40B4-BE49-F238E27FC236}">
                <a16:creationId xmlns:a16="http://schemas.microsoft.com/office/drawing/2014/main" id="{93112A2A-76AD-5096-4422-C567E5492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745" y="1994163"/>
            <a:ext cx="1400648" cy="14006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3E4A19E-6E14-ACBB-6413-098F33B2D04A}"/>
                  </a:ext>
                </a:extLst>
              </p14:cNvPr>
              <p14:cNvContentPartPr/>
              <p14:nvPr/>
            </p14:nvContentPartPr>
            <p14:xfrm>
              <a:off x="7314754" y="3352494"/>
              <a:ext cx="678960" cy="344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3E4A19E-6E14-ACBB-6413-098F33B2D04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78754" y="3316494"/>
                <a:ext cx="75060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A2DCFF6-2636-A5F9-FFD5-7C670C15560E}"/>
                  </a:ext>
                </a:extLst>
              </p14:cNvPr>
              <p14:cNvContentPartPr/>
              <p14:nvPr/>
            </p14:nvContentPartPr>
            <p14:xfrm>
              <a:off x="8455594" y="3411534"/>
              <a:ext cx="720" cy="217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A2DCFF6-2636-A5F9-FFD5-7C670C1556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83594" y="3375474"/>
                <a:ext cx="144000" cy="288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A606BE07-B6C8-69A2-62A9-CBD6535792AC}"/>
                  </a:ext>
                </a:extLst>
              </p14:cNvPr>
              <p14:cNvContentPartPr/>
              <p14:nvPr/>
            </p14:nvContentPartPr>
            <p14:xfrm>
              <a:off x="9596074" y="3382014"/>
              <a:ext cx="720" cy="226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A606BE07-B6C8-69A2-62A9-CBD6535792A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524074" y="3346071"/>
                <a:ext cx="144000" cy="298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4862A02-C6D0-AF08-F630-55F32910E469}"/>
                  </a:ext>
                </a:extLst>
              </p14:cNvPr>
              <p14:cNvContentPartPr/>
              <p14:nvPr/>
            </p14:nvContentPartPr>
            <p14:xfrm>
              <a:off x="10746274" y="3460494"/>
              <a:ext cx="363960" cy="3740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4862A02-C6D0-AF08-F630-55F32910E46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710274" y="3424494"/>
                <a:ext cx="435600" cy="445680"/>
              </a:xfrm>
              <a:prstGeom prst="rect">
                <a:avLst/>
              </a:prstGeom>
            </p:spPr>
          </p:pic>
        </mc:Fallback>
      </mc:AlternateContent>
      <p:pic>
        <p:nvPicPr>
          <p:cNvPr id="65" name="Picture 64" descr="Welcome IT professionals">
            <a:extLst>
              <a:ext uri="{FF2B5EF4-FFF2-40B4-BE49-F238E27FC236}">
                <a16:creationId xmlns:a16="http://schemas.microsoft.com/office/drawing/2014/main" id="{4EED70B1-806E-2BDF-9733-3D0130DE63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1457" y="3984738"/>
            <a:ext cx="1537472" cy="1537472"/>
          </a:xfrm>
          <a:prstGeom prst="rect">
            <a:avLst/>
          </a:prstGeom>
        </p:spPr>
      </p:pic>
      <p:sp>
        <p:nvSpPr>
          <p:cNvPr id="68" name="Arrow: Down 67">
            <a:extLst>
              <a:ext uri="{FF2B5EF4-FFF2-40B4-BE49-F238E27FC236}">
                <a16:creationId xmlns:a16="http://schemas.microsoft.com/office/drawing/2014/main" id="{503892C6-1045-55E2-74DB-07451E128227}"/>
              </a:ext>
            </a:extLst>
          </p:cNvPr>
          <p:cNvSpPr/>
          <p:nvPr/>
        </p:nvSpPr>
        <p:spPr>
          <a:xfrm rot="16200000">
            <a:off x="4325771" y="4172553"/>
            <a:ext cx="363794" cy="1342526"/>
          </a:xfrm>
          <a:prstGeom prst="down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FCB3BEE5-D978-689F-1859-10D149CECB4A}"/>
              </a:ext>
            </a:extLst>
          </p:cNvPr>
          <p:cNvSpPr/>
          <p:nvPr/>
        </p:nvSpPr>
        <p:spPr>
          <a:xfrm rot="5400000">
            <a:off x="7010823" y="4172553"/>
            <a:ext cx="363794" cy="1342526"/>
          </a:xfrm>
          <a:prstGeom prst="downArrow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577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A62670D-1AAD-F98F-C148-BE9A831F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47" y="642635"/>
            <a:ext cx="5378267" cy="985658"/>
          </a:xfrm>
        </p:spPr>
        <p:txBody>
          <a:bodyPr anchor="t">
            <a:normAutofit/>
          </a:bodyPr>
          <a:lstStyle/>
          <a:p>
            <a:r>
              <a:rPr lang="en-US" sz="5500" dirty="0" err="1"/>
              <a:t>Uitbreiding</a:t>
            </a:r>
            <a:endParaRPr lang="en-US" sz="5500" dirty="0"/>
          </a:p>
        </p:txBody>
      </p:sp>
      <p:graphicFrame>
        <p:nvGraphicFramePr>
          <p:cNvPr id="12" name="Subtitle 2">
            <a:extLst>
              <a:ext uri="{FF2B5EF4-FFF2-40B4-BE49-F238E27FC236}">
                <a16:creationId xmlns:a16="http://schemas.microsoft.com/office/drawing/2014/main" id="{0E2A3DB1-B1AD-54F2-0BF3-EA9B2484C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337690"/>
              </p:ext>
            </p:extLst>
          </p:nvPr>
        </p:nvGraphicFramePr>
        <p:xfrm>
          <a:off x="1790473" y="1135464"/>
          <a:ext cx="8611054" cy="62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0668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0816-B592-9E8E-EA9D-D172D0B8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rmAutofit/>
          </a:bodyPr>
          <a:lstStyle/>
          <a:p>
            <a:r>
              <a:rPr lang="en-US" dirty="0" err="1"/>
              <a:t>Onderdelen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3EA2-36C5-9A79-4D5F-D8F5185E65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dirty="0"/>
              <a:t>Raspberry Pi 5 			€196,43</a:t>
            </a:r>
          </a:p>
          <a:p>
            <a:pPr marL="457200" indent="-457200">
              <a:buFontTx/>
              <a:buChar char="-"/>
            </a:pPr>
            <a:r>
              <a:rPr lang="en-US" dirty="0"/>
              <a:t>Micro SD Card 32GB		€11,52</a:t>
            </a:r>
          </a:p>
          <a:p>
            <a:pPr marL="457200" indent="-457200">
              <a:buFontTx/>
              <a:buChar char="-"/>
            </a:pPr>
            <a:r>
              <a:rPr lang="en-US" dirty="0"/>
              <a:t>USB hub met </a:t>
            </a:r>
            <a:r>
              <a:rPr lang="en-US" dirty="0" err="1"/>
              <a:t>voeding</a:t>
            </a:r>
            <a:r>
              <a:rPr lang="en-US" dirty="0"/>
              <a:t>		€12,99</a:t>
            </a:r>
          </a:p>
          <a:p>
            <a:pPr marL="457200" indent="-457200">
              <a:buFontTx/>
              <a:buChar char="-"/>
            </a:pPr>
            <a:r>
              <a:rPr lang="en-US" dirty="0"/>
              <a:t>4* Webcam 1080P		€11,99 *4 = €47,96</a:t>
            </a:r>
          </a:p>
          <a:p>
            <a:r>
              <a:rPr lang="en-US"/>
              <a:t>------------------------------------------------------------------------------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TOTAL			€268,90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39038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5ADDD13-FD0C-90F5-F409-31083954B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/>
          <a:lstStyle/>
          <a:p>
            <a:r>
              <a:rPr lang="en-US" dirty="0"/>
              <a:t>Meer info </a:t>
            </a:r>
            <a:r>
              <a:rPr lang="en-US" dirty="0" err="1"/>
              <a:t>en</a:t>
            </a:r>
            <a:r>
              <a:rPr lang="en-US" dirty="0"/>
              <a:t> updates op </a:t>
            </a:r>
            <a:r>
              <a:rPr lang="en-US" dirty="0" err="1"/>
              <a:t>mijn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1E5F6D-959C-A809-763F-56A5C5A63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6" y="2471736"/>
            <a:ext cx="6278123" cy="3662734"/>
          </a:xfrm>
        </p:spPr>
        <p:txBody>
          <a:bodyPr>
            <a:normAutofit/>
          </a:bodyPr>
          <a:lstStyle/>
          <a:p>
            <a:r>
              <a:rPr lang="en-US" sz="2000" dirty="0"/>
              <a:t>https://github.com/GunnarrD/Gunnarrs-eindwerk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B940A6-598D-5E78-EBA0-48A4A0F2A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488" y="3182515"/>
            <a:ext cx="3161043" cy="31610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894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3C1F-8F75-1C45-DE95-75E0DFC0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 err="1"/>
              <a:t>Dankje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aandacht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44582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373</TotalTime>
  <Words>103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Neue Haas Grotesk Text Pro</vt:lpstr>
      <vt:lpstr>Film Burn</vt:lpstr>
      <vt:lpstr>CCTV camera systeem met Raspberry Pi 5</vt:lpstr>
      <vt:lpstr>Wat is een Raspberry Pi</vt:lpstr>
      <vt:lpstr>Waarom heb ik voor dit gekozen?</vt:lpstr>
      <vt:lpstr>Hoe werkt het?</vt:lpstr>
      <vt:lpstr>Uitbreiding</vt:lpstr>
      <vt:lpstr>Onderdelen</vt:lpstr>
      <vt:lpstr>Meer info en updates op mijn Github repository</vt:lpstr>
      <vt:lpstr>Dankje voor je aandacht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Demaeght Gunnarr</dc:creator>
  <cp:lastModifiedBy>Demaeght Gunnarr</cp:lastModifiedBy>
  <cp:revision>1</cp:revision>
  <dcterms:created xsi:type="dcterms:W3CDTF">2026-09-07T08:01:21Z</dcterms:created>
  <dcterms:modified xsi:type="dcterms:W3CDTF">2026-09-28T16:26:05Z</dcterms:modified>
</cp:coreProperties>
</file>