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61" r:id="rId5"/>
    <p:sldId id="260" r:id="rId6"/>
    <p:sldId id="263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0075AE-E7B4-46B1-A184-531FD7D11EAF}" v="50" dt="2026-09-28T06:59:35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maeght Gunnarr" userId="d4ee6c7f-5b58-43ba-8a8e-d2bde2eb291f" providerId="ADAL" clId="{5D62749E-E127-43B3-8AC6-51DF11B66DA8}"/>
    <pc:docChg chg="undo redo custSel addSld delSld modSld sldOrd">
      <pc:chgData name="Demaeght Gunnarr" userId="d4ee6c7f-5b58-43ba-8a8e-d2bde2eb291f" providerId="ADAL" clId="{5D62749E-E127-43B3-8AC6-51DF11B66DA8}" dt="2026-09-28T08:46:59.346" v="1153" actId="688"/>
      <pc:docMkLst>
        <pc:docMk/>
      </pc:docMkLst>
      <pc:sldChg chg="modSp mod ord modTransition">
        <pc:chgData name="Demaeght Gunnarr" userId="d4ee6c7f-5b58-43ba-8a8e-d2bde2eb291f" providerId="ADAL" clId="{5D62749E-E127-43B3-8AC6-51DF11B66DA8}" dt="2026-09-28T06:29:15.974" v="1136" actId="20577"/>
        <pc:sldMkLst>
          <pc:docMk/>
          <pc:sldMk cId="1145550092" sldId="256"/>
        </pc:sldMkLst>
        <pc:spChg chg="mod">
          <ac:chgData name="Demaeght Gunnarr" userId="d4ee6c7f-5b58-43ba-8a8e-d2bde2eb291f" providerId="ADAL" clId="{5D62749E-E127-43B3-8AC6-51DF11B66DA8}" dt="2026-09-27T11:12:03.319" v="815"/>
          <ac:spMkLst>
            <pc:docMk/>
            <pc:sldMk cId="1145550092" sldId="256"/>
            <ac:spMk id="2" creationId="{CA13F755-1456-23EA-522B-3413FBB80385}"/>
          </ac:spMkLst>
        </pc:spChg>
        <pc:spChg chg="mod">
          <ac:chgData name="Demaeght Gunnarr" userId="d4ee6c7f-5b58-43ba-8a8e-d2bde2eb291f" providerId="ADAL" clId="{5D62749E-E127-43B3-8AC6-51DF11B66DA8}" dt="2026-09-28T06:29:15.974" v="1136" actId="20577"/>
          <ac:spMkLst>
            <pc:docMk/>
            <pc:sldMk cId="1145550092" sldId="256"/>
            <ac:spMk id="3" creationId="{C8EB11B3-1A3C-6998-B344-4B98D7D374F9}"/>
          </ac:spMkLst>
        </pc:spChg>
      </pc:sldChg>
      <pc:sldChg chg="addSp delSp modSp new mod modTransition setBg modClrScheme chgLayout">
        <pc:chgData name="Demaeght Gunnarr" userId="d4ee6c7f-5b58-43ba-8a8e-d2bde2eb291f" providerId="ADAL" clId="{5D62749E-E127-43B3-8AC6-51DF11B66DA8}" dt="2026-09-27T12:39:28.475" v="1119" actId="1076"/>
        <pc:sldMkLst>
          <pc:docMk/>
          <pc:sldMk cId="2323266469" sldId="257"/>
        </pc:sldMkLst>
        <pc:spChg chg="mod">
          <ac:chgData name="Demaeght Gunnarr" userId="d4ee6c7f-5b58-43ba-8a8e-d2bde2eb291f" providerId="ADAL" clId="{5D62749E-E127-43B3-8AC6-51DF11B66DA8}" dt="2026-09-27T11:15:31.146" v="835" actId="1076"/>
          <ac:spMkLst>
            <pc:docMk/>
            <pc:sldMk cId="2323266469" sldId="257"/>
            <ac:spMk id="2" creationId="{D4BF55C2-83CE-A738-984C-84961BBA05F0}"/>
          </ac:spMkLst>
        </pc:spChg>
        <pc:spChg chg="add del mod">
          <ac:chgData name="Demaeght Gunnarr" userId="d4ee6c7f-5b58-43ba-8a8e-d2bde2eb291f" providerId="ADAL" clId="{5D62749E-E127-43B3-8AC6-51DF11B66DA8}" dt="2026-09-27T11:14:29.961" v="828" actId="478"/>
          <ac:spMkLst>
            <pc:docMk/>
            <pc:sldMk cId="2323266469" sldId="257"/>
            <ac:spMk id="6" creationId="{C2D5DF38-30F1-8E00-59C7-9469A081274A}"/>
          </ac:spMkLst>
        </pc:spChg>
        <pc:picChg chg="add del mod">
          <ac:chgData name="Demaeght Gunnarr" userId="d4ee6c7f-5b58-43ba-8a8e-d2bde2eb291f" providerId="ADAL" clId="{5D62749E-E127-43B3-8AC6-51DF11B66DA8}" dt="2026-09-27T11:14:19.315" v="827" actId="478"/>
          <ac:picMkLst>
            <pc:docMk/>
            <pc:sldMk cId="2323266469" sldId="257"/>
            <ac:picMk id="4" creationId="{CE05AAE9-C09C-EE83-71CB-5731D994A205}"/>
          </ac:picMkLst>
        </pc:picChg>
        <pc:picChg chg="add mod modCrop">
          <ac:chgData name="Demaeght Gunnarr" userId="d4ee6c7f-5b58-43ba-8a8e-d2bde2eb291f" providerId="ADAL" clId="{5D62749E-E127-43B3-8AC6-51DF11B66DA8}" dt="2026-09-27T11:15:39.738" v="836" actId="1076"/>
          <ac:picMkLst>
            <pc:docMk/>
            <pc:sldMk cId="2323266469" sldId="257"/>
            <ac:picMk id="5" creationId="{46F7A7B9-FDEB-B3EA-6230-162E3EF71BE5}"/>
          </ac:picMkLst>
        </pc:picChg>
        <pc:picChg chg="add mod">
          <ac:chgData name="Demaeght Gunnarr" userId="d4ee6c7f-5b58-43ba-8a8e-d2bde2eb291f" providerId="ADAL" clId="{5D62749E-E127-43B3-8AC6-51DF11B66DA8}" dt="2026-09-27T12:39:28.475" v="1119" actId="1076"/>
          <ac:picMkLst>
            <pc:docMk/>
            <pc:sldMk cId="2323266469" sldId="257"/>
            <ac:picMk id="7" creationId="{883AE644-BF24-3051-10C6-EF5ACD29F05D}"/>
          </ac:picMkLst>
        </pc:picChg>
      </pc:sldChg>
      <pc:sldChg chg="addSp delSp modSp new mod ord modTransition modClrScheme chgLayout">
        <pc:chgData name="Demaeght Gunnarr" userId="d4ee6c7f-5b58-43ba-8a8e-d2bde2eb291f" providerId="ADAL" clId="{5D62749E-E127-43B3-8AC6-51DF11B66DA8}" dt="2026-09-27T12:41:00.019" v="1121" actId="1076"/>
        <pc:sldMkLst>
          <pc:docMk/>
          <pc:sldMk cId="3157967162" sldId="258"/>
        </pc:sldMkLst>
        <pc:spChg chg="mod">
          <ac:chgData name="Demaeght Gunnarr" userId="d4ee6c7f-5b58-43ba-8a8e-d2bde2eb291f" providerId="ADAL" clId="{5D62749E-E127-43B3-8AC6-51DF11B66DA8}" dt="2026-09-27T12:41:00.019" v="1121" actId="1076"/>
          <ac:spMkLst>
            <pc:docMk/>
            <pc:sldMk cId="3157967162" sldId="258"/>
            <ac:spMk id="2" creationId="{DA0C588F-6AFB-42EF-AEFE-A25538B6D810}"/>
          </ac:spMkLst>
        </pc:spChg>
        <pc:picChg chg="add mod">
          <ac:chgData name="Demaeght Gunnarr" userId="d4ee6c7f-5b58-43ba-8a8e-d2bde2eb291f" providerId="ADAL" clId="{5D62749E-E127-43B3-8AC6-51DF11B66DA8}" dt="2026-09-27T11:14:41.543" v="830" actId="1076"/>
          <ac:picMkLst>
            <pc:docMk/>
            <pc:sldMk cId="3157967162" sldId="258"/>
            <ac:picMk id="4" creationId="{433D5510-5D4A-2057-29C2-C3F450735870}"/>
          </ac:picMkLst>
        </pc:picChg>
      </pc:sldChg>
      <pc:sldChg chg="addSp delSp modSp new add del mod modTransition">
        <pc:chgData name="Demaeght Gunnarr" userId="d4ee6c7f-5b58-43ba-8a8e-d2bde2eb291f" providerId="ADAL" clId="{5D62749E-E127-43B3-8AC6-51DF11B66DA8}" dt="2026-09-27T11:07:20.497" v="797" actId="2696"/>
        <pc:sldMkLst>
          <pc:docMk/>
          <pc:sldMk cId="1454382296" sldId="259"/>
        </pc:sldMkLst>
      </pc:sldChg>
      <pc:sldChg chg="addSp delSp modSp new mod modTransition modClrScheme chgLayout">
        <pc:chgData name="Demaeght Gunnarr" userId="d4ee6c7f-5b58-43ba-8a8e-d2bde2eb291f" providerId="ADAL" clId="{5D62749E-E127-43B3-8AC6-51DF11B66DA8}" dt="2026-09-27T12:41:15.344" v="1134" actId="20577"/>
        <pc:sldMkLst>
          <pc:docMk/>
          <pc:sldMk cId="439038329" sldId="260"/>
        </pc:sldMkLst>
        <pc:spChg chg="mod">
          <ac:chgData name="Demaeght Gunnarr" userId="d4ee6c7f-5b58-43ba-8a8e-d2bde2eb291f" providerId="ADAL" clId="{5D62749E-E127-43B3-8AC6-51DF11B66DA8}" dt="2026-09-27T11:14:06.454" v="825" actId="26606"/>
          <ac:spMkLst>
            <pc:docMk/>
            <pc:sldMk cId="439038329" sldId="260"/>
            <ac:spMk id="2" creationId="{727C0816-B592-9E8E-EA9D-D172D0B8710B}"/>
          </ac:spMkLst>
        </pc:spChg>
        <pc:spChg chg="mod">
          <ac:chgData name="Demaeght Gunnarr" userId="d4ee6c7f-5b58-43ba-8a8e-d2bde2eb291f" providerId="ADAL" clId="{5D62749E-E127-43B3-8AC6-51DF11B66DA8}" dt="2026-09-27T12:41:15.344" v="1134" actId="20577"/>
          <ac:spMkLst>
            <pc:docMk/>
            <pc:sldMk cId="439038329" sldId="260"/>
            <ac:spMk id="3" creationId="{8F793EA2-36C5-9A79-4D5F-D8F5185E65B6}"/>
          </ac:spMkLst>
        </pc:spChg>
      </pc:sldChg>
      <pc:sldChg chg="addSp delSp modSp new mod ord modTransition modClrScheme chgLayout">
        <pc:chgData name="Demaeght Gunnarr" userId="d4ee6c7f-5b58-43ba-8a8e-d2bde2eb291f" providerId="ADAL" clId="{5D62749E-E127-43B3-8AC6-51DF11B66DA8}" dt="2026-09-28T08:46:59.346" v="1153" actId="688"/>
        <pc:sldMkLst>
          <pc:docMk/>
          <pc:sldMk cId="2265773176" sldId="261"/>
        </pc:sldMkLst>
        <pc:spChg chg="add del">
          <ac:chgData name="Demaeght Gunnarr" userId="d4ee6c7f-5b58-43ba-8a8e-d2bde2eb291f" providerId="ADAL" clId="{5D62749E-E127-43B3-8AC6-51DF11B66DA8}" dt="2026-09-27T12:09:52.575" v="947" actId="34122"/>
          <ac:spMkLst>
            <pc:docMk/>
            <pc:sldMk cId="2265773176" sldId="261"/>
            <ac:spMk id="6" creationId="{DC6CF609-63B5-42BF-9333-959182B44A47}"/>
          </ac:spMkLst>
        </pc:spChg>
        <pc:spChg chg="add mod">
          <ac:chgData name="Demaeght Gunnarr" userId="d4ee6c7f-5b58-43ba-8a8e-d2bde2eb291f" providerId="ADAL" clId="{5D62749E-E127-43B3-8AC6-51DF11B66DA8}" dt="2026-09-27T11:16:55.988" v="852" actId="1076"/>
          <ac:spMkLst>
            <pc:docMk/>
            <pc:sldMk cId="2265773176" sldId="261"/>
            <ac:spMk id="10" creationId="{31935CC8-2890-5E51-2D68-07BE9A14BCBB}"/>
          </ac:spMkLst>
        </pc:spChg>
        <pc:spChg chg="add mod">
          <ac:chgData name="Demaeght Gunnarr" userId="d4ee6c7f-5b58-43ba-8a8e-d2bde2eb291f" providerId="ADAL" clId="{5D62749E-E127-43B3-8AC6-51DF11B66DA8}" dt="2026-09-28T06:31:32.134" v="1138" actId="571"/>
          <ac:spMkLst>
            <pc:docMk/>
            <pc:sldMk cId="2265773176" sldId="261"/>
            <ac:spMk id="12" creationId="{71D3DA0E-5961-4C81-DF42-3755AB5C65F1}"/>
          </ac:spMkLst>
        </pc:spChg>
        <pc:spChg chg="add mod">
          <ac:chgData name="Demaeght Gunnarr" userId="d4ee6c7f-5b58-43ba-8a8e-d2bde2eb291f" providerId="ADAL" clId="{5D62749E-E127-43B3-8AC6-51DF11B66DA8}" dt="2026-09-28T06:31:32.134" v="1138" actId="571"/>
          <ac:spMkLst>
            <pc:docMk/>
            <pc:sldMk cId="2265773176" sldId="261"/>
            <ac:spMk id="13" creationId="{F7714E43-7560-2333-84F3-3E9818EB0AF6}"/>
          </ac:spMkLst>
        </pc:spChg>
        <pc:spChg chg="add del mod">
          <ac:chgData name="Demaeght Gunnarr" userId="d4ee6c7f-5b58-43ba-8a8e-d2bde2eb291f" providerId="ADAL" clId="{5D62749E-E127-43B3-8AC6-51DF11B66DA8}" dt="2026-09-27T11:16:34.300" v="837" actId="26606"/>
          <ac:spMkLst>
            <pc:docMk/>
            <pc:sldMk cId="2265773176" sldId="261"/>
            <ac:spMk id="17" creationId="{E1F15A19-71E8-BA50-EADD-F38D67D4A605}"/>
          </ac:spMkLst>
        </pc:spChg>
        <pc:spChg chg="add del mod">
          <ac:chgData name="Demaeght Gunnarr" userId="d4ee6c7f-5b58-43ba-8a8e-d2bde2eb291f" providerId="ADAL" clId="{5D62749E-E127-43B3-8AC6-51DF11B66DA8}" dt="2026-09-27T11:17:00.958" v="853" actId="478"/>
          <ac:spMkLst>
            <pc:docMk/>
            <pc:sldMk cId="2265773176" sldId="261"/>
            <ac:spMk id="22" creationId="{ADB04EFD-3252-EFD9-8787-0EF4117AAE00}"/>
          </ac:spMkLst>
        </pc:spChg>
        <pc:spChg chg="add del mod">
          <ac:chgData name="Demaeght Gunnarr" userId="d4ee6c7f-5b58-43ba-8a8e-d2bde2eb291f" providerId="ADAL" clId="{5D62749E-E127-43B3-8AC6-51DF11B66DA8}" dt="2026-09-27T12:12:30.596" v="994" actId="11529"/>
          <ac:spMkLst>
            <pc:docMk/>
            <pc:sldMk cId="2265773176" sldId="261"/>
            <ac:spMk id="43" creationId="{1D29AA96-46F5-BA7A-93B4-0B70BA0869DD}"/>
          </ac:spMkLst>
        </pc:spChg>
        <pc:spChg chg="add del mod">
          <ac:chgData name="Demaeght Gunnarr" userId="d4ee6c7f-5b58-43ba-8a8e-d2bde2eb291f" providerId="ADAL" clId="{5D62749E-E127-43B3-8AC6-51DF11B66DA8}" dt="2026-09-27T12:12:26.368" v="982" actId="22"/>
          <ac:spMkLst>
            <pc:docMk/>
            <pc:sldMk cId="2265773176" sldId="261"/>
            <ac:spMk id="45" creationId="{6D93B497-4DDD-4CE3-C5F6-FDC67646232A}"/>
          </ac:spMkLst>
        </pc:spChg>
        <pc:spChg chg="add mod">
          <ac:chgData name="Demaeght Gunnarr" userId="d4ee6c7f-5b58-43ba-8a8e-d2bde2eb291f" providerId="ADAL" clId="{5D62749E-E127-43B3-8AC6-51DF11B66DA8}" dt="2026-09-28T06:31:44.507" v="1139" actId="1076"/>
          <ac:spMkLst>
            <pc:docMk/>
            <pc:sldMk cId="2265773176" sldId="261"/>
            <ac:spMk id="68" creationId="{503892C6-1045-55E2-74DB-07451E128227}"/>
          </ac:spMkLst>
        </pc:spChg>
        <pc:spChg chg="add mod">
          <ac:chgData name="Demaeght Gunnarr" userId="d4ee6c7f-5b58-43ba-8a8e-d2bde2eb291f" providerId="ADAL" clId="{5D62749E-E127-43B3-8AC6-51DF11B66DA8}" dt="2026-09-28T08:46:59.346" v="1153" actId="688"/>
          <ac:spMkLst>
            <pc:docMk/>
            <pc:sldMk cId="2265773176" sldId="261"/>
            <ac:spMk id="70" creationId="{FCB3BEE5-D978-689F-1859-10D149CECB4A}"/>
          </ac:spMkLst>
        </pc:spChg>
        <pc:picChg chg="add del">
          <ac:chgData name="Demaeght Gunnarr" userId="d4ee6c7f-5b58-43ba-8a8e-d2bde2eb291f" providerId="ADAL" clId="{5D62749E-E127-43B3-8AC6-51DF11B66DA8}" dt="2026-09-27T11:55:57.443" v="856" actId="22"/>
          <ac:picMkLst>
            <pc:docMk/>
            <pc:sldMk cId="2265773176" sldId="261"/>
            <ac:picMk id="2" creationId="{7793EB81-A935-A5D7-1386-B3AF85E911C7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2" creationId="{BF080E22-CCDE-20DC-F015-A644F8D6B7F8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3" creationId="{2AAF0AF6-73A7-2D29-D6EE-67E69B92636F}"/>
          </ac:picMkLst>
        </pc:picChg>
        <pc:picChg chg="add del">
          <ac:chgData name="Demaeght Gunnarr" userId="d4ee6c7f-5b58-43ba-8a8e-d2bde2eb291f" providerId="ADAL" clId="{5D62749E-E127-43B3-8AC6-51DF11B66DA8}" dt="2026-09-27T11:56:46.349" v="859" actId="22"/>
          <ac:picMkLst>
            <pc:docMk/>
            <pc:sldMk cId="2265773176" sldId="261"/>
            <ac:picMk id="3" creationId="{924D7242-9F61-9227-0AC5-47B8FF6D5948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4" creationId="{2C516E85-9376-8EAF-B75F-42D1780D043F}"/>
          </ac:picMkLst>
        </pc:picChg>
        <pc:picChg chg="add del">
          <ac:chgData name="Demaeght Gunnarr" userId="d4ee6c7f-5b58-43ba-8a8e-d2bde2eb291f" providerId="ADAL" clId="{5D62749E-E127-43B3-8AC6-51DF11B66DA8}" dt="2026-09-27T11:57:07.874" v="862" actId="22"/>
          <ac:picMkLst>
            <pc:docMk/>
            <pc:sldMk cId="2265773176" sldId="261"/>
            <ac:picMk id="4" creationId="{4DF71D25-D990-5821-A1AE-7917D2645BF3}"/>
          </ac:picMkLst>
        </pc:picChg>
        <pc:picChg chg="add del">
          <ac:chgData name="Demaeght Gunnarr" userId="d4ee6c7f-5b58-43ba-8a8e-d2bde2eb291f" providerId="ADAL" clId="{5D62749E-E127-43B3-8AC6-51DF11B66DA8}" dt="2026-09-27T11:57:33.696" v="865" actId="22"/>
          <ac:picMkLst>
            <pc:docMk/>
            <pc:sldMk cId="2265773176" sldId="261"/>
            <ac:picMk id="5" creationId="{0C451F79-0DD5-AEEE-099F-FE1FEAE88AAE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5" creationId="{F32B4A7F-876D-5133-BA67-9D03355D20E3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6" creationId="{374DFDE7-51F4-D1CE-FF81-56242D1A766C}"/>
          </ac:picMkLst>
        </pc:picChg>
        <pc:picChg chg="add del mod">
          <ac:chgData name="Demaeght Gunnarr" userId="d4ee6c7f-5b58-43ba-8a8e-d2bde2eb291f" providerId="ADAL" clId="{5D62749E-E127-43B3-8AC6-51DF11B66DA8}" dt="2026-09-27T11:13:34.747" v="824" actId="478"/>
          <ac:picMkLst>
            <pc:docMk/>
            <pc:sldMk cId="2265773176" sldId="261"/>
            <ac:picMk id="6" creationId="{63618FFE-080D-9175-5196-CDFC301950B6}"/>
          </ac:picMkLst>
        </pc:picChg>
        <pc:picChg chg="add del">
          <ac:chgData name="Demaeght Gunnarr" userId="d4ee6c7f-5b58-43ba-8a8e-d2bde2eb291f" providerId="ADAL" clId="{5D62749E-E127-43B3-8AC6-51DF11B66DA8}" dt="2026-09-27T11:57:53.844" v="868" actId="22"/>
          <ac:picMkLst>
            <pc:docMk/>
            <pc:sldMk cId="2265773176" sldId="261"/>
            <ac:picMk id="7" creationId="{6131DAC4-9BCA-C9C8-8146-168E91D983CA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7" creationId="{E504506D-9FCE-086E-BF0F-5633E657317B}"/>
          </ac:picMkLst>
        </pc:picChg>
        <pc:picChg chg="add del">
          <ac:chgData name="Demaeght Gunnarr" userId="d4ee6c7f-5b58-43ba-8a8e-d2bde2eb291f" providerId="ADAL" clId="{5D62749E-E127-43B3-8AC6-51DF11B66DA8}" dt="2026-09-27T11:58:10.030" v="870" actId="22"/>
          <ac:picMkLst>
            <pc:docMk/>
            <pc:sldMk cId="2265773176" sldId="261"/>
            <ac:picMk id="9" creationId="{AA75E5E7-D47B-2C87-14C1-5F09FB423E13}"/>
          </ac:picMkLst>
        </pc:picChg>
        <pc:picChg chg="add del">
          <ac:chgData name="Demaeght Gunnarr" userId="d4ee6c7f-5b58-43ba-8a8e-d2bde2eb291f" providerId="ADAL" clId="{5D62749E-E127-43B3-8AC6-51DF11B66DA8}" dt="2026-09-27T11:58:32.276" v="873" actId="22"/>
          <ac:picMkLst>
            <pc:docMk/>
            <pc:sldMk cId="2265773176" sldId="261"/>
            <ac:picMk id="11" creationId="{1E84415D-9DB2-3219-82DF-9C299E451D14}"/>
          </ac:picMkLst>
        </pc:picChg>
        <pc:picChg chg="add mod">
          <ac:chgData name="Demaeght Gunnarr" userId="d4ee6c7f-5b58-43ba-8a8e-d2bde2eb291f" providerId="ADAL" clId="{5D62749E-E127-43B3-8AC6-51DF11B66DA8}" dt="2026-09-28T06:31:32.134" v="1138" actId="571"/>
          <ac:picMkLst>
            <pc:docMk/>
            <pc:sldMk cId="2265773176" sldId="261"/>
            <ac:picMk id="11" creationId="{D2B012C1-34FC-D89D-3171-4FE5D5C6EF64}"/>
          </ac:picMkLst>
        </pc:picChg>
        <pc:picChg chg="add del">
          <ac:chgData name="Demaeght Gunnarr" userId="d4ee6c7f-5b58-43ba-8a8e-d2bde2eb291f" providerId="ADAL" clId="{5D62749E-E127-43B3-8AC6-51DF11B66DA8}" dt="2026-09-27T11:58:43.239" v="876" actId="22"/>
          <ac:picMkLst>
            <pc:docMk/>
            <pc:sldMk cId="2265773176" sldId="261"/>
            <ac:picMk id="12" creationId="{A7F408E3-F508-A283-7E3C-40C95C93F34C}"/>
          </ac:picMkLst>
        </pc:picChg>
        <pc:picChg chg="add del">
          <ac:chgData name="Demaeght Gunnarr" userId="d4ee6c7f-5b58-43ba-8a8e-d2bde2eb291f" providerId="ADAL" clId="{5D62749E-E127-43B3-8AC6-51DF11B66DA8}" dt="2026-09-27T11:59:04.415" v="879" actId="22"/>
          <ac:picMkLst>
            <pc:docMk/>
            <pc:sldMk cId="2265773176" sldId="261"/>
            <ac:picMk id="13" creationId="{3BDCDC88-ACF6-B5FB-7DE2-68DF7A3AF3EF}"/>
          </ac:picMkLst>
        </pc:picChg>
        <pc:picChg chg="add del mod">
          <ac:chgData name="Demaeght Gunnarr" userId="d4ee6c7f-5b58-43ba-8a8e-d2bde2eb291f" providerId="ADAL" clId="{5D62749E-E127-43B3-8AC6-51DF11B66DA8}" dt="2026-09-27T12:00:56.633" v="881" actId="478"/>
          <ac:picMkLst>
            <pc:docMk/>
            <pc:sldMk cId="2265773176" sldId="261"/>
            <ac:picMk id="15" creationId="{D25D0490-D997-8948-2A24-31CDCB6D38D1}"/>
          </ac:picMkLst>
        </pc:picChg>
        <pc:picChg chg="add del mod">
          <ac:chgData name="Demaeght Gunnarr" userId="d4ee6c7f-5b58-43ba-8a8e-d2bde2eb291f" providerId="ADAL" clId="{5D62749E-E127-43B3-8AC6-51DF11B66DA8}" dt="2026-09-27T12:01:14.434" v="883" actId="931"/>
          <ac:picMkLst>
            <pc:docMk/>
            <pc:sldMk cId="2265773176" sldId="261"/>
            <ac:picMk id="18" creationId="{DE5D8DC3-7223-3887-4EB0-3B22470D24B2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19" creationId="{8DC3EC01-6689-15B9-46EE-FFF6C0B78DB9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21" creationId="{D652357C-4258-1662-7EC5-FF5523338C92}"/>
          </ac:picMkLst>
        </pc:picChg>
        <pc:picChg chg="add del">
          <ac:chgData name="Demaeght Gunnarr" userId="d4ee6c7f-5b58-43ba-8a8e-d2bde2eb291f" providerId="ADAL" clId="{5D62749E-E127-43B3-8AC6-51DF11B66DA8}" dt="2026-09-27T12:06:28.772" v="913" actId="22"/>
          <ac:picMkLst>
            <pc:docMk/>
            <pc:sldMk cId="2265773176" sldId="261"/>
            <ac:picMk id="23" creationId="{46726D96-CD31-D9A2-5859-2FFA0A16B106}"/>
          </ac:picMkLst>
        </pc:picChg>
        <pc:picChg chg="add del">
          <ac:chgData name="Demaeght Gunnarr" userId="d4ee6c7f-5b58-43ba-8a8e-d2bde2eb291f" providerId="ADAL" clId="{5D62749E-E127-43B3-8AC6-51DF11B66DA8}" dt="2026-09-27T12:06:28.262" v="912" actId="22"/>
          <ac:picMkLst>
            <pc:docMk/>
            <pc:sldMk cId="2265773176" sldId="261"/>
            <ac:picMk id="24" creationId="{5BC09B41-8403-BE2C-4484-8F4777A39EFC}"/>
          </ac:picMkLst>
        </pc:picChg>
        <pc:picChg chg="add del">
          <ac:chgData name="Demaeght Gunnarr" userId="d4ee6c7f-5b58-43ba-8a8e-d2bde2eb291f" providerId="ADAL" clId="{5D62749E-E127-43B3-8AC6-51DF11B66DA8}" dt="2026-09-27T12:06:27.893" v="911" actId="22"/>
          <ac:picMkLst>
            <pc:docMk/>
            <pc:sldMk cId="2265773176" sldId="261"/>
            <ac:picMk id="25" creationId="{203FB292-5F21-81F6-C927-45EB2F010DAC}"/>
          </ac:picMkLst>
        </pc:picChg>
        <pc:picChg chg="add del mod">
          <ac:chgData name="Demaeght Gunnarr" userId="d4ee6c7f-5b58-43ba-8a8e-d2bde2eb291f" providerId="ADAL" clId="{5D62749E-E127-43B3-8AC6-51DF11B66DA8}" dt="2026-09-27T12:06:27.521" v="910" actId="22"/>
          <ac:picMkLst>
            <pc:docMk/>
            <pc:sldMk cId="2265773176" sldId="261"/>
            <ac:picMk id="26" creationId="{F5779B84-928D-916F-5CA3-3B529960AEB1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27" creationId="{C2D37B91-2787-C25E-5C76-12E23EEB08A2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29" creationId="{5025EC41-7695-E869-BC90-DCC0D9932612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31" creationId="{8821ED6F-F19C-17BD-DC7C-093A16491169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33" creationId="{93112A2A-76AD-5096-4422-C567E5492E50}"/>
          </ac:picMkLst>
        </pc:picChg>
        <pc:picChg chg="add mod">
          <ac:chgData name="Demaeght Gunnarr" userId="d4ee6c7f-5b58-43ba-8a8e-d2bde2eb291f" providerId="ADAL" clId="{5D62749E-E127-43B3-8AC6-51DF11B66DA8}" dt="2026-09-28T06:31:44.507" v="1139" actId="1076"/>
          <ac:picMkLst>
            <pc:docMk/>
            <pc:sldMk cId="2265773176" sldId="261"/>
            <ac:picMk id="65" creationId="{4EED70B1-806E-2BDF-9733-3D0130DE63AF}"/>
          </ac:picMkLst>
        </pc:picChg>
        <pc:inkChg chg="add del">
          <ac:chgData name="Demaeght Gunnarr" userId="d4ee6c7f-5b58-43ba-8a8e-d2bde2eb291f" providerId="ADAL" clId="{5D62749E-E127-43B3-8AC6-51DF11B66DA8}" dt="2026-09-27T12:09:52.235" v="946" actId="34124"/>
          <ac:inkMkLst>
            <pc:docMk/>
            <pc:sldMk cId="2265773176" sldId="261"/>
            <ac:inkMk id="2" creationId="{A3E845FD-BC1E-4686-B009-D17088A027CC}"/>
          </ac:inkMkLst>
        </pc:inkChg>
        <pc:inkChg chg="add mod">
          <ac:chgData name="Demaeght Gunnarr" userId="d4ee6c7f-5b58-43ba-8a8e-d2bde2eb291f" providerId="ADAL" clId="{5D62749E-E127-43B3-8AC6-51DF11B66DA8}" dt="2026-09-28T06:31:32.134" v="1138" actId="571"/>
          <ac:inkMkLst>
            <pc:docMk/>
            <pc:sldMk cId="2265773176" sldId="261"/>
            <ac:inkMk id="8" creationId="{5E585B88-3745-8597-628D-ADA84A1AC92D}"/>
          </ac:inkMkLst>
        </pc:inkChg>
        <pc:inkChg chg="add del">
          <ac:chgData name="Demaeght Gunnarr" userId="d4ee6c7f-5b58-43ba-8a8e-d2bde2eb291f" providerId="ADAL" clId="{5D62749E-E127-43B3-8AC6-51DF11B66DA8}" dt="2026-09-27T12:09:55.999" v="956" actId="9405"/>
          <ac:inkMkLst>
            <pc:docMk/>
            <pc:sldMk cId="2265773176" sldId="261"/>
            <ac:inkMk id="34" creationId="{BFABFE03-F397-BE81-0449-A46618761CD9}"/>
          </ac:inkMkLst>
        </pc:inkChg>
        <pc:inkChg chg="add mod">
          <ac:chgData name="Demaeght Gunnarr" userId="d4ee6c7f-5b58-43ba-8a8e-d2bde2eb291f" providerId="ADAL" clId="{5D62749E-E127-43B3-8AC6-51DF11B66DA8}" dt="2026-09-27T12:09:55.116" v="954"/>
          <ac:inkMkLst>
            <pc:docMk/>
            <pc:sldMk cId="2265773176" sldId="261"/>
            <ac:inkMk id="35" creationId="{20E4DA97-9D2A-89F1-A01E-4A9BA7D87F3C}"/>
          </ac:inkMkLst>
        </pc:inkChg>
        <pc:inkChg chg="add del">
          <ac:chgData name="Demaeght Gunnarr" userId="d4ee6c7f-5b58-43ba-8a8e-d2bde2eb291f" providerId="ADAL" clId="{5D62749E-E127-43B3-8AC6-51DF11B66DA8}" dt="2026-09-27T12:08:05.956" v="932" actId="9405"/>
          <ac:inkMkLst>
            <pc:docMk/>
            <pc:sldMk cId="2265773176" sldId="261"/>
            <ac:inkMk id="36" creationId="{BEFB30B9-58EF-4F75-E564-55196EB41B09}"/>
          </ac:inkMkLst>
        </pc:inkChg>
        <pc:inkChg chg="add del">
          <ac:chgData name="Demaeght Gunnarr" userId="d4ee6c7f-5b58-43ba-8a8e-d2bde2eb291f" providerId="ADAL" clId="{5D62749E-E127-43B3-8AC6-51DF11B66DA8}" dt="2026-09-27T12:09:54.745" v="953" actId="9405"/>
          <ac:inkMkLst>
            <pc:docMk/>
            <pc:sldMk cId="2265773176" sldId="261"/>
            <ac:inkMk id="37" creationId="{242DE827-336F-2452-595E-0DD27A57B79D}"/>
          </ac:inkMkLst>
        </pc:inkChg>
        <pc:inkChg chg="add">
          <ac:chgData name="Demaeght Gunnarr" userId="d4ee6c7f-5b58-43ba-8a8e-d2bde2eb291f" providerId="ADAL" clId="{5D62749E-E127-43B3-8AC6-51DF11B66DA8}" dt="2026-09-27T12:08:10.131" v="934"/>
          <ac:inkMkLst>
            <pc:docMk/>
            <pc:sldMk cId="2265773176" sldId="261"/>
            <ac:inkMk id="38" creationId="{BB9DE1A4-75F8-8726-1F1F-15911A07577F}"/>
          </ac:inkMkLst>
        </pc:inkChg>
        <pc:inkChg chg="add del">
          <ac:chgData name="Demaeght Gunnarr" userId="d4ee6c7f-5b58-43ba-8a8e-d2bde2eb291f" providerId="ADAL" clId="{5D62749E-E127-43B3-8AC6-51DF11B66DA8}" dt="2026-09-27T12:09:53.982" v="951" actId="9405"/>
          <ac:inkMkLst>
            <pc:docMk/>
            <pc:sldMk cId="2265773176" sldId="261"/>
            <ac:inkMk id="39" creationId="{55529E6D-B042-4316-C2C3-F6F4988545F1}"/>
          </ac:inkMkLst>
        </pc:inkChg>
        <pc:inkChg chg="add">
          <ac:chgData name="Demaeght Gunnarr" userId="d4ee6c7f-5b58-43ba-8a8e-d2bde2eb291f" providerId="ADAL" clId="{5D62749E-E127-43B3-8AC6-51DF11B66DA8}" dt="2026-09-27T12:08:15.957" v="936"/>
          <ac:inkMkLst>
            <pc:docMk/>
            <pc:sldMk cId="2265773176" sldId="261"/>
            <ac:inkMk id="40" creationId="{F8305827-6960-4D2D-24EF-A26C5011B55A}"/>
          </ac:inkMkLst>
        </pc:inkChg>
        <pc:inkChg chg="add del">
          <ac:chgData name="Demaeght Gunnarr" userId="d4ee6c7f-5b58-43ba-8a8e-d2bde2eb291f" providerId="ADAL" clId="{5D62749E-E127-43B3-8AC6-51DF11B66DA8}" dt="2026-09-27T12:09:53.108" v="949" actId="9405"/>
          <ac:inkMkLst>
            <pc:docMk/>
            <pc:sldMk cId="2265773176" sldId="261"/>
            <ac:inkMk id="41" creationId="{15B06D81-0095-2FE4-1A2D-D5D9016BF8DF}"/>
          </ac:inkMkLst>
        </pc:inkChg>
        <pc:inkChg chg="add del mod">
          <ac:chgData name="Demaeght Gunnarr" userId="d4ee6c7f-5b58-43ba-8a8e-d2bde2eb291f" providerId="ADAL" clId="{5D62749E-E127-43B3-8AC6-51DF11B66DA8}" dt="2026-09-27T12:09:52.575" v="947" actId="34122"/>
          <ac:inkMkLst>
            <pc:docMk/>
            <pc:sldMk cId="2265773176" sldId="261"/>
            <ac:inkMk id="42" creationId="{1C44AC1E-1ABD-5953-6373-F859ADB2DB17}"/>
          </ac:inkMkLst>
        </pc:inkChg>
        <pc:inkChg chg="add del">
          <ac:chgData name="Demaeght Gunnarr" userId="d4ee6c7f-5b58-43ba-8a8e-d2bde2eb291f" providerId="ADAL" clId="{5D62749E-E127-43B3-8AC6-51DF11B66DA8}" dt="2026-09-27T12:13:40.626" v="1022" actId="9405"/>
          <ac:inkMkLst>
            <pc:docMk/>
            <pc:sldMk cId="2265773176" sldId="261"/>
            <ac:inkMk id="46" creationId="{EC8216A6-2C87-D723-E6BB-4BB3575CF779}"/>
          </ac:inkMkLst>
        </pc:inkChg>
        <pc:inkChg chg="add mod">
          <ac:chgData name="Demaeght Gunnarr" userId="d4ee6c7f-5b58-43ba-8a8e-d2bde2eb291f" providerId="ADAL" clId="{5D62749E-E127-43B3-8AC6-51DF11B66DA8}" dt="2026-09-27T12:13:40.193" v="1020"/>
          <ac:inkMkLst>
            <pc:docMk/>
            <pc:sldMk cId="2265773176" sldId="261"/>
            <ac:inkMk id="47" creationId="{16380D78-56A4-8E39-DE06-16FA502DFE8C}"/>
          </ac:inkMkLst>
        </pc:inkChg>
        <pc:inkChg chg="add del">
          <ac:chgData name="Demaeght Gunnarr" userId="d4ee6c7f-5b58-43ba-8a8e-d2bde2eb291f" providerId="ADAL" clId="{5D62749E-E127-43B3-8AC6-51DF11B66DA8}" dt="2026-09-27T12:13:01.738" v="999" actId="9405"/>
          <ac:inkMkLst>
            <pc:docMk/>
            <pc:sldMk cId="2265773176" sldId="261"/>
            <ac:inkMk id="48" creationId="{1A3A48DA-BEA7-B584-A7D0-627901A013EB}"/>
          </ac:inkMkLst>
        </pc:inkChg>
        <pc:inkChg chg="add del">
          <ac:chgData name="Demaeght Gunnarr" userId="d4ee6c7f-5b58-43ba-8a8e-d2bde2eb291f" providerId="ADAL" clId="{5D62749E-E127-43B3-8AC6-51DF11B66DA8}" dt="2026-09-27T12:13:39.966" v="1019" actId="9405"/>
          <ac:inkMkLst>
            <pc:docMk/>
            <pc:sldMk cId="2265773176" sldId="261"/>
            <ac:inkMk id="49" creationId="{9916E930-9ACB-288A-B0F1-13AA837EBCBA}"/>
          </ac:inkMkLst>
        </pc:inkChg>
        <pc:inkChg chg="add mod">
          <ac:chgData name="Demaeght Gunnarr" userId="d4ee6c7f-5b58-43ba-8a8e-d2bde2eb291f" providerId="ADAL" clId="{5D62749E-E127-43B3-8AC6-51DF11B66DA8}" dt="2026-09-27T12:13:39.576" v="1017"/>
          <ac:inkMkLst>
            <pc:docMk/>
            <pc:sldMk cId="2265773176" sldId="261"/>
            <ac:inkMk id="50" creationId="{F43C773F-766F-A644-7C8C-68B789684906}"/>
          </ac:inkMkLst>
        </pc:inkChg>
        <pc:inkChg chg="add del">
          <ac:chgData name="Demaeght Gunnarr" userId="d4ee6c7f-5b58-43ba-8a8e-d2bde2eb291f" providerId="ADAL" clId="{5D62749E-E127-43B3-8AC6-51DF11B66DA8}" dt="2026-09-27T12:13:39.354" v="1016" actId="9405"/>
          <ac:inkMkLst>
            <pc:docMk/>
            <pc:sldMk cId="2265773176" sldId="261"/>
            <ac:inkMk id="51" creationId="{ACA7A438-FCDD-2D56-0B05-DE37D5E12B35}"/>
          </ac:inkMkLst>
        </pc:inkChg>
        <pc:inkChg chg="add mod">
          <ac:chgData name="Demaeght Gunnarr" userId="d4ee6c7f-5b58-43ba-8a8e-d2bde2eb291f" providerId="ADAL" clId="{5D62749E-E127-43B3-8AC6-51DF11B66DA8}" dt="2026-09-27T12:13:38.921" v="1014"/>
          <ac:inkMkLst>
            <pc:docMk/>
            <pc:sldMk cId="2265773176" sldId="261"/>
            <ac:inkMk id="52" creationId="{7F6042BB-8835-EA30-05AE-CB55F93A6964}"/>
          </ac:inkMkLst>
        </pc:inkChg>
        <pc:inkChg chg="add del">
          <ac:chgData name="Demaeght Gunnarr" userId="d4ee6c7f-5b58-43ba-8a8e-d2bde2eb291f" providerId="ADAL" clId="{5D62749E-E127-43B3-8AC6-51DF11B66DA8}" dt="2026-09-27T12:13:20.327" v="1007" actId="9405"/>
          <ac:inkMkLst>
            <pc:docMk/>
            <pc:sldMk cId="2265773176" sldId="261"/>
            <ac:inkMk id="53" creationId="{4A1F4842-4EC3-04C4-0A7D-2EF49922D64F}"/>
          </ac:inkMkLst>
        </pc:inkChg>
        <pc:inkChg chg="add del">
          <ac:chgData name="Demaeght Gunnarr" userId="d4ee6c7f-5b58-43ba-8a8e-d2bde2eb291f" providerId="ADAL" clId="{5D62749E-E127-43B3-8AC6-51DF11B66DA8}" dt="2026-09-27T12:13:38.684" v="1013" actId="9405"/>
          <ac:inkMkLst>
            <pc:docMk/>
            <pc:sldMk cId="2265773176" sldId="261"/>
            <ac:inkMk id="54" creationId="{62C3ABBA-365C-15DC-CE48-54E6390FBEE0}"/>
          </ac:inkMkLst>
        </pc:inkChg>
        <pc:inkChg chg="add mod">
          <ac:chgData name="Demaeght Gunnarr" userId="d4ee6c7f-5b58-43ba-8a8e-d2bde2eb291f" providerId="ADAL" clId="{5D62749E-E127-43B3-8AC6-51DF11B66DA8}" dt="2026-09-27T12:13:37.803" v="1011"/>
          <ac:inkMkLst>
            <pc:docMk/>
            <pc:sldMk cId="2265773176" sldId="261"/>
            <ac:inkMk id="55" creationId="{C80EC12A-5929-33AD-8BBB-7128A46EBE65}"/>
          </ac:inkMkLst>
        </pc:inkChg>
        <pc:inkChg chg="add del">
          <ac:chgData name="Demaeght Gunnarr" userId="d4ee6c7f-5b58-43ba-8a8e-d2bde2eb291f" providerId="ADAL" clId="{5D62749E-E127-43B3-8AC6-51DF11B66DA8}" dt="2026-09-27T12:13:59.743" v="1026"/>
          <ac:inkMkLst>
            <pc:docMk/>
            <pc:sldMk cId="2265773176" sldId="261"/>
            <ac:inkMk id="56" creationId="{EC8F877E-CC49-5B9F-5CB8-636FBA75411A}"/>
          </ac:inkMkLst>
        </pc:inkChg>
        <pc:inkChg chg="add mod">
          <ac:chgData name="Demaeght Gunnarr" userId="d4ee6c7f-5b58-43ba-8a8e-d2bde2eb291f" providerId="ADAL" clId="{5D62749E-E127-43B3-8AC6-51DF11B66DA8}" dt="2026-09-27T12:14:01.866" v="1027"/>
          <ac:inkMkLst>
            <pc:docMk/>
            <pc:sldMk cId="2265773176" sldId="261"/>
            <ac:inkMk id="57" creationId="{33E4A19E-6E14-ACBB-6413-098F33B2D04A}"/>
          </ac:inkMkLst>
        </pc:inkChg>
        <pc:inkChg chg="add del">
          <ac:chgData name="Demaeght Gunnarr" userId="d4ee6c7f-5b58-43ba-8a8e-d2bde2eb291f" providerId="ADAL" clId="{5D62749E-E127-43B3-8AC6-51DF11B66DA8}" dt="2026-09-27T12:14:05.583" v="1029"/>
          <ac:inkMkLst>
            <pc:docMk/>
            <pc:sldMk cId="2265773176" sldId="261"/>
            <ac:inkMk id="58" creationId="{8A864321-3F8E-6B97-672E-32F46415FA02}"/>
          </ac:inkMkLst>
        </pc:inkChg>
        <pc:inkChg chg="add mod">
          <ac:chgData name="Demaeght Gunnarr" userId="d4ee6c7f-5b58-43ba-8a8e-d2bde2eb291f" providerId="ADAL" clId="{5D62749E-E127-43B3-8AC6-51DF11B66DA8}" dt="2026-09-28T06:31:44.507" v="1139" actId="1076"/>
          <ac:inkMkLst>
            <pc:docMk/>
            <pc:sldMk cId="2265773176" sldId="261"/>
            <ac:inkMk id="59" creationId="{8A2DCFF6-2636-A5F9-FFD5-7C670C15560E}"/>
          </ac:inkMkLst>
        </pc:inkChg>
        <pc:inkChg chg="add del">
          <ac:chgData name="Demaeght Gunnarr" userId="d4ee6c7f-5b58-43ba-8a8e-d2bde2eb291f" providerId="ADAL" clId="{5D62749E-E127-43B3-8AC6-51DF11B66DA8}" dt="2026-09-27T12:14:15.407" v="1032"/>
          <ac:inkMkLst>
            <pc:docMk/>
            <pc:sldMk cId="2265773176" sldId="261"/>
            <ac:inkMk id="60" creationId="{2CC8557E-29DB-77D7-7885-D7B507FF58CF}"/>
          </ac:inkMkLst>
        </pc:inkChg>
        <pc:inkChg chg="add mod">
          <ac:chgData name="Demaeght Gunnarr" userId="d4ee6c7f-5b58-43ba-8a8e-d2bde2eb291f" providerId="ADAL" clId="{5D62749E-E127-43B3-8AC6-51DF11B66DA8}" dt="2026-09-27T12:14:18.371" v="1033"/>
          <ac:inkMkLst>
            <pc:docMk/>
            <pc:sldMk cId="2265773176" sldId="261"/>
            <ac:inkMk id="61" creationId="{A606BE07-B6C8-69A2-62A9-CBD6535792AC}"/>
          </ac:inkMkLst>
        </pc:inkChg>
        <pc:inkChg chg="add del">
          <ac:chgData name="Demaeght Gunnarr" userId="d4ee6c7f-5b58-43ba-8a8e-d2bde2eb291f" providerId="ADAL" clId="{5D62749E-E127-43B3-8AC6-51DF11B66DA8}" dt="2026-09-27T12:14:21.987" v="1035"/>
          <ac:inkMkLst>
            <pc:docMk/>
            <pc:sldMk cId="2265773176" sldId="261"/>
            <ac:inkMk id="62" creationId="{4D8680BE-861A-207F-5200-B4380298FEA8}"/>
          </ac:inkMkLst>
        </pc:inkChg>
        <pc:inkChg chg="add">
          <ac:chgData name="Demaeght Gunnarr" userId="d4ee6c7f-5b58-43ba-8a8e-d2bde2eb291f" providerId="ADAL" clId="{5D62749E-E127-43B3-8AC6-51DF11B66DA8}" dt="2026-09-27T12:14:21.987" v="1035"/>
          <ac:inkMkLst>
            <pc:docMk/>
            <pc:sldMk cId="2265773176" sldId="261"/>
            <ac:inkMk id="63" creationId="{24862A02-C6D0-AF08-F630-55F32910E469}"/>
          </ac:inkMkLst>
        </pc:inkChg>
        <pc:inkChg chg="add del">
          <ac:chgData name="Demaeght Gunnarr" userId="d4ee6c7f-5b58-43ba-8a8e-d2bde2eb291f" providerId="ADAL" clId="{5D62749E-E127-43B3-8AC6-51DF11B66DA8}" dt="2026-09-27T12:14:26.210" v="1037" actId="9405"/>
          <ac:inkMkLst>
            <pc:docMk/>
            <pc:sldMk cId="2265773176" sldId="261"/>
            <ac:inkMk id="64" creationId="{B5F260C2-8CFD-32CC-A5B1-01FC1AA801C5}"/>
          </ac:inkMkLst>
        </pc:inkChg>
        <pc:cxnChg chg="add del mod">
          <ac:chgData name="Demaeght Gunnarr" userId="d4ee6c7f-5b58-43ba-8a8e-d2bde2eb291f" providerId="ADAL" clId="{5D62749E-E127-43B3-8AC6-51DF11B66DA8}" dt="2026-09-27T12:16:52.105" v="1045" actId="11529"/>
          <ac:cxnSpMkLst>
            <pc:docMk/>
            <pc:sldMk cId="2265773176" sldId="261"/>
            <ac:cxnSpMk id="67" creationId="{0E9AAEE9-C4B7-A313-2192-65DCF5A3C2BF}"/>
          </ac:cxnSpMkLst>
        </pc:cxnChg>
      </pc:sldChg>
      <pc:sldChg chg="delSp modSp new mod modTransition modClrScheme chgLayout">
        <pc:chgData name="Demaeght Gunnarr" userId="d4ee6c7f-5b58-43ba-8a8e-d2bde2eb291f" providerId="ADAL" clId="{5D62749E-E127-43B3-8AC6-51DF11B66DA8}" dt="2026-09-27T11:12:03.319" v="815"/>
        <pc:sldMkLst>
          <pc:docMk/>
          <pc:sldMk cId="3244582694" sldId="262"/>
        </pc:sldMkLst>
        <pc:spChg chg="mod">
          <ac:chgData name="Demaeght Gunnarr" userId="d4ee6c7f-5b58-43ba-8a8e-d2bde2eb291f" providerId="ADAL" clId="{5D62749E-E127-43B3-8AC6-51DF11B66DA8}" dt="2026-09-27T11:12:03.319" v="815"/>
          <ac:spMkLst>
            <pc:docMk/>
            <pc:sldMk cId="3244582694" sldId="262"/>
            <ac:spMk id="2" creationId="{F5053C1F-8F75-1C45-DE95-75E0DFC03ACF}"/>
          </ac:spMkLst>
        </pc:spChg>
      </pc:sldChg>
      <pc:sldChg chg="addSp delSp modSp new mod modTransition modClrScheme chgLayout">
        <pc:chgData name="Demaeght Gunnarr" userId="d4ee6c7f-5b58-43ba-8a8e-d2bde2eb291f" providerId="ADAL" clId="{5D62749E-E127-43B3-8AC6-51DF11B66DA8}" dt="2026-09-28T07:03:19.745" v="1150" actId="1076"/>
        <pc:sldMkLst>
          <pc:docMk/>
          <pc:sldMk cId="1678947236" sldId="263"/>
        </pc:sldMkLst>
        <pc:spChg chg="del">
          <ac:chgData name="Demaeght Gunnarr" userId="d4ee6c7f-5b58-43ba-8a8e-d2bde2eb291f" providerId="ADAL" clId="{5D62749E-E127-43B3-8AC6-51DF11B66DA8}" dt="2026-09-27T12:22:22.368" v="1057" actId="26606"/>
          <ac:spMkLst>
            <pc:docMk/>
            <pc:sldMk cId="1678947236" sldId="263"/>
            <ac:spMk id="2" creationId="{AE4C5D4B-E0CC-0C06-D4B1-17B56E5920BD}"/>
          </ac:spMkLst>
        </pc:spChg>
        <pc:spChg chg="del">
          <ac:chgData name="Demaeght Gunnarr" userId="d4ee6c7f-5b58-43ba-8a8e-d2bde2eb291f" providerId="ADAL" clId="{5D62749E-E127-43B3-8AC6-51DF11B66DA8}" dt="2026-09-27T12:22:22.368" v="1057" actId="26606"/>
          <ac:spMkLst>
            <pc:docMk/>
            <pc:sldMk cId="1678947236" sldId="263"/>
            <ac:spMk id="3" creationId="{01EF620C-8E57-3E72-DE78-701638477315}"/>
          </ac:spMkLst>
        </pc:spChg>
        <pc:spChg chg="add mod">
          <ac:chgData name="Demaeght Gunnarr" userId="d4ee6c7f-5b58-43ba-8a8e-d2bde2eb291f" providerId="ADAL" clId="{5D62749E-E127-43B3-8AC6-51DF11B66DA8}" dt="2026-09-27T12:22:57.032" v="1107" actId="20577"/>
          <ac:spMkLst>
            <pc:docMk/>
            <pc:sldMk cId="1678947236" sldId="263"/>
            <ac:spMk id="8" creationId="{95ADDD13-FD0C-90F5-F409-31083954BC9A}"/>
          </ac:spMkLst>
        </pc:spChg>
        <pc:spChg chg="add mod">
          <ac:chgData name="Demaeght Gunnarr" userId="d4ee6c7f-5b58-43ba-8a8e-d2bde2eb291f" providerId="ADAL" clId="{5D62749E-E127-43B3-8AC6-51DF11B66DA8}" dt="2026-09-28T06:59:35.053" v="1140"/>
          <ac:spMkLst>
            <pc:docMk/>
            <pc:sldMk cId="1678947236" sldId="263"/>
            <ac:spMk id="10" creationId="{6A1E5F6D-959C-A809-763F-56A5C5A633D2}"/>
          </ac:spMkLst>
        </pc:spChg>
        <pc:picChg chg="add mod">
          <ac:chgData name="Demaeght Gunnarr" userId="d4ee6c7f-5b58-43ba-8a8e-d2bde2eb291f" providerId="ADAL" clId="{5D62749E-E127-43B3-8AC6-51DF11B66DA8}" dt="2026-09-28T07:03:19.745" v="1150" actId="1076"/>
          <ac:picMkLst>
            <pc:docMk/>
            <pc:sldMk cId="1678947236" sldId="263"/>
            <ac:picMk id="3" creationId="{29B940A6-598D-5E78-EBA0-48A4A0F2A7D2}"/>
          </ac:picMkLst>
        </pc:picChg>
        <pc:picChg chg="add del mod">
          <ac:chgData name="Demaeght Gunnarr" userId="d4ee6c7f-5b58-43ba-8a8e-d2bde2eb291f" providerId="ADAL" clId="{5D62749E-E127-43B3-8AC6-51DF11B66DA8}" dt="2026-09-28T07:00:13.172" v="1143" actId="478"/>
          <ac:picMkLst>
            <pc:docMk/>
            <pc:sldMk cId="1678947236" sldId="263"/>
            <ac:picMk id="4" creationId="{6EFE201D-AA46-2D78-373C-61B4FCEF98E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7T12:13:59.741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24380,'1885'956'0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7T12:14:05.58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16 1 24450,'0'601'0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7T12:14:15.408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22 0 24404,'0'630'0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7T12:14:21.98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1011 1 24417,'-1010'1038'0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5978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4342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45731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98248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623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9690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453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7230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83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72150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9971739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LID4096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1860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741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5268659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069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84793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0198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6642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3262842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973427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2310847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66819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562627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3841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486423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0785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8666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445A4285-81FE-4AB8-816F-246C957942AC}" type="datetimeFigureOut">
              <a:rPr lang="LID4096" smtClean="0"/>
              <a:t>09/28/2026</a:t>
            </a:fld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02B5DCC7-027A-42C1-8467-6DF8D347303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2210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3.png"/><Relationship Id="rId3" Type="http://schemas.openxmlformats.org/officeDocument/2006/relationships/image" Target="../media/image15.jpeg"/><Relationship Id="rId7" Type="http://schemas.openxmlformats.org/officeDocument/2006/relationships/customXml" Target="../ink/ink2.xml"/><Relationship Id="rId12" Type="http://schemas.openxmlformats.org/officeDocument/2006/relationships/image" Target="../media/image22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0" Type="http://schemas.openxmlformats.org/officeDocument/2006/relationships/image" Target="../media/image21.png"/><Relationship Id="rId4" Type="http://schemas.openxmlformats.org/officeDocument/2006/relationships/image" Target="../media/image18.jpeg"/><Relationship Id="rId9" Type="http://schemas.openxmlformats.org/officeDocument/2006/relationships/customXml" Target="../ink/ink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F755-1456-23EA-522B-3413FBB803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CCTV camera </a:t>
            </a:r>
            <a:r>
              <a:rPr lang="en-US" dirty="0" err="1"/>
              <a:t>systeem</a:t>
            </a:r>
            <a:r>
              <a:rPr lang="en-US" dirty="0"/>
              <a:t> met Raspberry Pi 5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EB11B3-1A3C-6998-B344-4B98D7D374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Gunnarr Demaeght 6ICWA nr.2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145550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588F-6AFB-42EF-AEFE-A25538B6D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28" y="834539"/>
            <a:ext cx="5378267" cy="985658"/>
          </a:xfrm>
        </p:spPr>
        <p:txBody>
          <a:bodyPr anchor="b">
            <a:normAutofit/>
          </a:bodyPr>
          <a:lstStyle/>
          <a:p>
            <a:r>
              <a:rPr lang="en-US" dirty="0"/>
              <a:t>Wat is </a:t>
            </a:r>
            <a:r>
              <a:rPr lang="en-US" dirty="0" err="1"/>
              <a:t>een</a:t>
            </a:r>
            <a:r>
              <a:rPr lang="en-US" dirty="0"/>
              <a:t> Raspberry Pi</a:t>
            </a:r>
            <a:endParaRPr lang="LID4096" dirty="0"/>
          </a:p>
        </p:txBody>
      </p:sp>
      <p:pic>
        <p:nvPicPr>
          <p:cNvPr id="4" name="Content Placeholder 3" descr="RASPBERRY PI SC1112">
            <a:extLst>
              <a:ext uri="{FF2B5EF4-FFF2-40B4-BE49-F238E27FC236}">
                <a16:creationId xmlns:a16="http://schemas.microsoft.com/office/drawing/2014/main" id="{433D5510-5D4A-2057-29C2-C3F450735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658" y="2449954"/>
            <a:ext cx="5254684" cy="39410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57967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F55C2-83CE-A738-984C-84961BBA0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817" y="1063203"/>
            <a:ext cx="5496426" cy="2092272"/>
          </a:xfrm>
        </p:spPr>
        <p:txBody>
          <a:bodyPr anchor="t">
            <a:normAutofit/>
          </a:bodyPr>
          <a:lstStyle/>
          <a:p>
            <a:r>
              <a:rPr lang="en-US" sz="4800" dirty="0" err="1"/>
              <a:t>Waarom</a:t>
            </a:r>
            <a:r>
              <a:rPr lang="en-US" sz="4800" dirty="0"/>
              <a:t> </a:t>
            </a:r>
            <a:r>
              <a:rPr lang="en-US" sz="4800" dirty="0" err="1"/>
              <a:t>heb</a:t>
            </a:r>
            <a:r>
              <a:rPr lang="en-US" sz="4800" dirty="0"/>
              <a:t> </a:t>
            </a:r>
            <a:r>
              <a:rPr lang="en-US" sz="4800" dirty="0" err="1"/>
              <a:t>ik</a:t>
            </a:r>
            <a:r>
              <a:rPr lang="en-US" sz="4800" dirty="0"/>
              <a:t> </a:t>
            </a:r>
            <a:r>
              <a:rPr lang="en-US" sz="4800" dirty="0" err="1"/>
              <a:t>voor</a:t>
            </a:r>
            <a:r>
              <a:rPr lang="en-US" sz="4800" dirty="0"/>
              <a:t> </a:t>
            </a:r>
            <a:r>
              <a:rPr lang="en-US" sz="4800" dirty="0" err="1"/>
              <a:t>dit</a:t>
            </a:r>
            <a:r>
              <a:rPr lang="en-US" sz="4800" dirty="0"/>
              <a:t> </a:t>
            </a:r>
            <a:r>
              <a:rPr lang="en-US" sz="4800" dirty="0" err="1"/>
              <a:t>gekozen</a:t>
            </a:r>
            <a:r>
              <a:rPr lang="en-US" sz="4800" dirty="0"/>
              <a:t>?</a:t>
            </a:r>
            <a:endParaRPr lang="LID4096" sz="4800" dirty="0"/>
          </a:p>
        </p:txBody>
      </p:sp>
      <p:pic>
        <p:nvPicPr>
          <p:cNvPr id="5" name="Picture 4" descr="What Is CCTV Monitoring and How Does It Work?">
            <a:extLst>
              <a:ext uri="{FF2B5EF4-FFF2-40B4-BE49-F238E27FC236}">
                <a16:creationId xmlns:a16="http://schemas.microsoft.com/office/drawing/2014/main" id="{46F7A7B9-FDEB-B3EA-6230-162E3EF71B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205" b="-3"/>
          <a:stretch>
            <a:fillRect/>
          </a:stretch>
        </p:blipFill>
        <p:spPr>
          <a:xfrm>
            <a:off x="6429040" y="3702526"/>
            <a:ext cx="3916103" cy="2765887"/>
          </a:xfrm>
          <a:prstGeom prst="rect">
            <a:avLst/>
          </a:prstGeom>
          <a:noFill/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Content Placeholder 3" descr="RASPBERRY PI SC1112">
            <a:extLst>
              <a:ext uri="{FF2B5EF4-FFF2-40B4-BE49-F238E27FC236}">
                <a16:creationId xmlns:a16="http://schemas.microsoft.com/office/drawing/2014/main" id="{883AE644-BF24-3051-10C6-EF5ACD29F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60" y="207659"/>
            <a:ext cx="5254684" cy="3941013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3266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1935CC8-2890-5E51-2D68-07BE9A14B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63" y="661668"/>
            <a:ext cx="6433266" cy="1962149"/>
          </a:xfrm>
        </p:spPr>
        <p:txBody>
          <a:bodyPr anchor="t">
            <a:normAutofit/>
          </a:bodyPr>
          <a:lstStyle/>
          <a:p>
            <a:r>
              <a:rPr lang="en-US" sz="5500" dirty="0"/>
              <a:t>Hoe </a:t>
            </a:r>
            <a:r>
              <a:rPr lang="en-US" sz="5500" dirty="0" err="1"/>
              <a:t>werkt</a:t>
            </a:r>
            <a:r>
              <a:rPr lang="en-US" sz="5500" dirty="0"/>
              <a:t> het?</a:t>
            </a:r>
          </a:p>
        </p:txBody>
      </p:sp>
      <p:pic>
        <p:nvPicPr>
          <p:cNvPr id="19" name="Picture 18" descr="Laptop computer | Definition, History, &amp; Facts | Britannica">
            <a:extLst>
              <a:ext uri="{FF2B5EF4-FFF2-40B4-BE49-F238E27FC236}">
                <a16:creationId xmlns:a16="http://schemas.microsoft.com/office/drawing/2014/main" id="{8DC3EC01-6689-15B9-46EE-FFF6C0B78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4" y="3658263"/>
            <a:ext cx="3142896" cy="211752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1" name="Content Placeholder 3" descr="RASPBERRY PI SC1112">
            <a:extLst>
              <a:ext uri="{FF2B5EF4-FFF2-40B4-BE49-F238E27FC236}">
                <a16:creationId xmlns:a16="http://schemas.microsoft.com/office/drawing/2014/main" id="{D652357C-4258-1662-7EC5-FF5523338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1068" y="3658263"/>
            <a:ext cx="2823368" cy="211752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7" name="Picture 26" descr="Power Gear Interior/Exterior Simulated Security Camera 40661 at Lowes.com">
            <a:extLst>
              <a:ext uri="{FF2B5EF4-FFF2-40B4-BE49-F238E27FC236}">
                <a16:creationId xmlns:a16="http://schemas.microsoft.com/office/drawing/2014/main" id="{C2D37B91-2787-C25E-5C76-12E23EEB08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593" y="2028352"/>
            <a:ext cx="1400648" cy="1400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9" name="Picture 28" descr="Power Gear Interior/Exterior Simulated Security Camera 40661 at Lowes.com">
            <a:extLst>
              <a:ext uri="{FF2B5EF4-FFF2-40B4-BE49-F238E27FC236}">
                <a16:creationId xmlns:a16="http://schemas.microsoft.com/office/drawing/2014/main" id="{5025EC41-7695-E869-BC90-DCC0D9932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049" y="1994163"/>
            <a:ext cx="1400648" cy="1400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1" name="Picture 30" descr="Power Gear Interior/Exterior Simulated Security Camera 40661 at Lowes.com">
            <a:extLst>
              <a:ext uri="{FF2B5EF4-FFF2-40B4-BE49-F238E27FC236}">
                <a16:creationId xmlns:a16="http://schemas.microsoft.com/office/drawing/2014/main" id="{8821ED6F-F19C-17BD-DC7C-093A16491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897" y="1994163"/>
            <a:ext cx="1400648" cy="1400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3" name="Picture 32" descr="Power Gear Interior/Exterior Simulated Security Camera 40661 at Lowes.com">
            <a:extLst>
              <a:ext uri="{FF2B5EF4-FFF2-40B4-BE49-F238E27FC236}">
                <a16:creationId xmlns:a16="http://schemas.microsoft.com/office/drawing/2014/main" id="{93112A2A-76AD-5096-4422-C567E5492E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1745" y="1994163"/>
            <a:ext cx="1400648" cy="14006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33E4A19E-6E14-ACBB-6413-098F33B2D04A}"/>
                  </a:ext>
                </a:extLst>
              </p14:cNvPr>
              <p14:cNvContentPartPr/>
              <p14:nvPr/>
            </p14:nvContentPartPr>
            <p14:xfrm>
              <a:off x="7314754" y="3352494"/>
              <a:ext cx="678960" cy="3445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33E4A19E-6E14-ACBB-6413-098F33B2D04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278754" y="3316494"/>
                <a:ext cx="750600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8A2DCFF6-2636-A5F9-FFD5-7C670C15560E}"/>
                  </a:ext>
                </a:extLst>
              </p14:cNvPr>
              <p14:cNvContentPartPr/>
              <p14:nvPr/>
            </p14:nvContentPartPr>
            <p14:xfrm>
              <a:off x="8455594" y="3411534"/>
              <a:ext cx="720" cy="2170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8A2DCFF6-2636-A5F9-FFD5-7C670C15560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83594" y="3375474"/>
                <a:ext cx="144000" cy="28883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A606BE07-B6C8-69A2-62A9-CBD6535792AC}"/>
                  </a:ext>
                </a:extLst>
              </p14:cNvPr>
              <p14:cNvContentPartPr/>
              <p14:nvPr/>
            </p14:nvContentPartPr>
            <p14:xfrm>
              <a:off x="9596074" y="3382014"/>
              <a:ext cx="720" cy="22680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A606BE07-B6C8-69A2-62A9-CBD6535792A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524074" y="3346071"/>
                <a:ext cx="144000" cy="29832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24862A02-C6D0-AF08-F630-55F32910E469}"/>
                  </a:ext>
                </a:extLst>
              </p14:cNvPr>
              <p14:cNvContentPartPr/>
              <p14:nvPr/>
            </p14:nvContentPartPr>
            <p14:xfrm>
              <a:off x="10746274" y="3460494"/>
              <a:ext cx="363960" cy="3740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24862A02-C6D0-AF08-F630-55F32910E46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710274" y="3424494"/>
                <a:ext cx="435600" cy="445680"/>
              </a:xfrm>
              <a:prstGeom prst="rect">
                <a:avLst/>
              </a:prstGeom>
            </p:spPr>
          </p:pic>
        </mc:Fallback>
      </mc:AlternateContent>
      <p:pic>
        <p:nvPicPr>
          <p:cNvPr id="65" name="Picture 64" descr="Welcome IT professionals">
            <a:extLst>
              <a:ext uri="{FF2B5EF4-FFF2-40B4-BE49-F238E27FC236}">
                <a16:creationId xmlns:a16="http://schemas.microsoft.com/office/drawing/2014/main" id="{4EED70B1-806E-2BDF-9733-3D0130DE63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1457" y="3984738"/>
            <a:ext cx="1537472" cy="1537472"/>
          </a:xfrm>
          <a:prstGeom prst="rect">
            <a:avLst/>
          </a:prstGeom>
        </p:spPr>
      </p:pic>
      <p:sp>
        <p:nvSpPr>
          <p:cNvPr id="68" name="Arrow: Down 67">
            <a:extLst>
              <a:ext uri="{FF2B5EF4-FFF2-40B4-BE49-F238E27FC236}">
                <a16:creationId xmlns:a16="http://schemas.microsoft.com/office/drawing/2014/main" id="{503892C6-1045-55E2-74DB-07451E128227}"/>
              </a:ext>
            </a:extLst>
          </p:cNvPr>
          <p:cNvSpPr/>
          <p:nvPr/>
        </p:nvSpPr>
        <p:spPr>
          <a:xfrm rot="16200000">
            <a:off x="4325771" y="4172553"/>
            <a:ext cx="363794" cy="1342526"/>
          </a:xfrm>
          <a:prstGeom prst="downArrow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FCB3BEE5-D978-689F-1859-10D149CECB4A}"/>
              </a:ext>
            </a:extLst>
          </p:cNvPr>
          <p:cNvSpPr/>
          <p:nvPr/>
        </p:nvSpPr>
        <p:spPr>
          <a:xfrm rot="5400000">
            <a:off x="7010823" y="4172553"/>
            <a:ext cx="363794" cy="1342526"/>
          </a:xfrm>
          <a:prstGeom prst="downArrow">
            <a:avLst/>
          </a:prstGeom>
          <a:solidFill>
            <a:srgbClr val="00B0F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65773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C0816-B592-9E8E-EA9D-D172D0B87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rmAutofit/>
          </a:bodyPr>
          <a:lstStyle/>
          <a:p>
            <a:r>
              <a:rPr lang="en-US" dirty="0" err="1"/>
              <a:t>Onderdelen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93EA2-36C5-9A79-4D5F-D8F5185E65B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>
            <a:normAutofit/>
          </a:bodyPr>
          <a:lstStyle/>
          <a:p>
            <a:pPr marL="457200" indent="-457200">
              <a:buFontTx/>
              <a:buChar char="-"/>
            </a:pPr>
            <a:r>
              <a:rPr lang="en-US" dirty="0"/>
              <a:t>Raspberry Pi 5 			€196,43</a:t>
            </a:r>
          </a:p>
          <a:p>
            <a:pPr marL="457200" indent="-457200">
              <a:buFontTx/>
              <a:buChar char="-"/>
            </a:pPr>
            <a:r>
              <a:rPr lang="en-US" dirty="0"/>
              <a:t>Micro SD Card 32GB		€11,52</a:t>
            </a:r>
          </a:p>
          <a:p>
            <a:pPr marL="457200" indent="-457200">
              <a:buFontTx/>
              <a:buChar char="-"/>
            </a:pPr>
            <a:r>
              <a:rPr lang="en-US" dirty="0"/>
              <a:t>USB hub met </a:t>
            </a:r>
            <a:r>
              <a:rPr lang="en-US" dirty="0" err="1"/>
              <a:t>voeding</a:t>
            </a:r>
            <a:r>
              <a:rPr lang="en-US" dirty="0"/>
              <a:t>		€12,99</a:t>
            </a:r>
          </a:p>
          <a:p>
            <a:pPr marL="457200" indent="-457200">
              <a:buFontTx/>
              <a:buChar char="-"/>
            </a:pPr>
            <a:r>
              <a:rPr lang="en-US" dirty="0"/>
              <a:t>4* Webcam 1080P		€11,99 *4 = €47,96</a:t>
            </a:r>
          </a:p>
          <a:p>
            <a:r>
              <a:rPr lang="en-US"/>
              <a:t>------------------------------------------------------------------------------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TOTAL			€268,90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439038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5ADDD13-FD0C-90F5-F409-31083954B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/>
          <a:lstStyle/>
          <a:p>
            <a:r>
              <a:rPr lang="en-US" dirty="0"/>
              <a:t>Meer info </a:t>
            </a:r>
            <a:r>
              <a:rPr lang="en-US" dirty="0" err="1"/>
              <a:t>en</a:t>
            </a:r>
            <a:r>
              <a:rPr lang="en-US" dirty="0"/>
              <a:t> updates op </a:t>
            </a:r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A1E5F6D-959C-A809-763F-56A5C5A63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6" y="2471736"/>
            <a:ext cx="6278123" cy="3662734"/>
          </a:xfrm>
        </p:spPr>
        <p:txBody>
          <a:bodyPr>
            <a:normAutofit/>
          </a:bodyPr>
          <a:lstStyle/>
          <a:p>
            <a:r>
              <a:rPr lang="en-US" sz="2000" dirty="0"/>
              <a:t>https://github.com/GunnarrD/Gunnarrs-eindwerk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B940A6-598D-5E78-EBA0-48A4A0F2A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488" y="3182515"/>
            <a:ext cx="3161043" cy="31610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78947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53C1F-8F75-1C45-DE95-75E0DFC03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dirty="0" err="1"/>
              <a:t>Dankje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je </a:t>
            </a:r>
            <a:r>
              <a:rPr lang="en-US" dirty="0" err="1"/>
              <a:t>aandacht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244582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321</TotalTime>
  <Words>95</Words>
  <Application>Microsoft Office PowerPoint</Application>
  <PresentationFormat>Widescreen</PresentationFormat>
  <Paragraphs>15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Neue Haas Grotesk Text Pro</vt:lpstr>
      <vt:lpstr>Film Burn</vt:lpstr>
      <vt:lpstr>CCTV camera systeem met Raspberry Pi 5</vt:lpstr>
      <vt:lpstr>Wat is een Raspberry Pi</vt:lpstr>
      <vt:lpstr>Waarom heb ik voor dit gekozen?</vt:lpstr>
      <vt:lpstr>Hoe werkt het?</vt:lpstr>
      <vt:lpstr>Onderdelen</vt:lpstr>
      <vt:lpstr>Meer info en updates op mijn Github repository</vt:lpstr>
      <vt:lpstr>Dankje voor je aandacht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Demaeght Gunnarr</dc:creator>
  <cp:lastModifiedBy>Demaeght Gunnarr</cp:lastModifiedBy>
  <cp:revision>1</cp:revision>
  <dcterms:created xsi:type="dcterms:W3CDTF">2026-09-07T08:01:21Z</dcterms:created>
  <dcterms:modified xsi:type="dcterms:W3CDTF">2026-09-28T08:47:10Z</dcterms:modified>
</cp:coreProperties>
</file>