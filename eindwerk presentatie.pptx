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E9D2361-9A87-4427-AC3E-8E36C2CDD1D1}" v="6" dt="2026-09-11T07:30:58.7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94660"/>
  </p:normalViewPr>
  <p:slideViewPr>
    <p:cSldViewPr snapToGrid="0">
      <p:cViewPr varScale="1">
        <p:scale>
          <a:sx n="78" d="100"/>
          <a:sy n="78" d="100"/>
        </p:scale>
        <p:origin x="86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emaeght Gunnarr" userId="d4ee6c7f-5b58-43ba-8a8e-d2bde2eb291f" providerId="ADAL" clId="{5D62749E-E127-43B3-8AC6-51DF11B66DA8}"/>
    <pc:docChg chg="custSel addSld delSld modSld sldOrd">
      <pc:chgData name="Demaeght Gunnarr" userId="d4ee6c7f-5b58-43ba-8a8e-d2bde2eb291f" providerId="ADAL" clId="{5D62749E-E127-43B3-8AC6-51DF11B66DA8}" dt="2026-09-11T07:33:16.931" v="734" actId="1076"/>
      <pc:docMkLst>
        <pc:docMk/>
      </pc:docMkLst>
      <pc:sldChg chg="modSp mod ord modTransition">
        <pc:chgData name="Demaeght Gunnarr" userId="d4ee6c7f-5b58-43ba-8a8e-d2bde2eb291f" providerId="ADAL" clId="{5D62749E-E127-43B3-8AC6-51DF11B66DA8}" dt="2026-09-11T07:30:58.742" v="726"/>
        <pc:sldMkLst>
          <pc:docMk/>
          <pc:sldMk cId="1145550092" sldId="256"/>
        </pc:sldMkLst>
        <pc:spChg chg="mod">
          <ac:chgData name="Demaeght Gunnarr" userId="d4ee6c7f-5b58-43ba-8a8e-d2bde2eb291f" providerId="ADAL" clId="{5D62749E-E127-43B3-8AC6-51DF11B66DA8}" dt="2026-09-11T07:30:58.742" v="726"/>
          <ac:spMkLst>
            <pc:docMk/>
            <pc:sldMk cId="1145550092" sldId="256"/>
            <ac:spMk id="2" creationId="{CA13F755-1456-23EA-522B-3413FBB80385}"/>
          </ac:spMkLst>
        </pc:spChg>
        <pc:spChg chg="mod">
          <ac:chgData name="Demaeght Gunnarr" userId="d4ee6c7f-5b58-43ba-8a8e-d2bde2eb291f" providerId="ADAL" clId="{5D62749E-E127-43B3-8AC6-51DF11B66DA8}" dt="2026-09-11T07:30:58.742" v="726"/>
          <ac:spMkLst>
            <pc:docMk/>
            <pc:sldMk cId="1145550092" sldId="256"/>
            <ac:spMk id="3" creationId="{C8EB11B3-1A3C-6998-B344-4B98D7D374F9}"/>
          </ac:spMkLst>
        </pc:spChg>
      </pc:sldChg>
      <pc:sldChg chg="addSp delSp modSp new mod modTransition modClrScheme chgLayout">
        <pc:chgData name="Demaeght Gunnarr" userId="d4ee6c7f-5b58-43ba-8a8e-d2bde2eb291f" providerId="ADAL" clId="{5D62749E-E127-43B3-8AC6-51DF11B66DA8}" dt="2026-09-11T07:30:58.742" v="726"/>
        <pc:sldMkLst>
          <pc:docMk/>
          <pc:sldMk cId="2323266469" sldId="257"/>
        </pc:sldMkLst>
        <pc:spChg chg="mod">
          <ac:chgData name="Demaeght Gunnarr" userId="d4ee6c7f-5b58-43ba-8a8e-d2bde2eb291f" providerId="ADAL" clId="{5D62749E-E127-43B3-8AC6-51DF11B66DA8}" dt="2026-09-11T07:30:58.742" v="726"/>
          <ac:spMkLst>
            <pc:docMk/>
            <pc:sldMk cId="2323266469" sldId="257"/>
            <ac:spMk id="2" creationId="{D4BF55C2-83CE-A738-984C-84961BBA05F0}"/>
          </ac:spMkLst>
        </pc:spChg>
        <pc:spChg chg="del">
          <ac:chgData name="Demaeght Gunnarr" userId="d4ee6c7f-5b58-43ba-8a8e-d2bde2eb291f" providerId="ADAL" clId="{5D62749E-E127-43B3-8AC6-51DF11B66DA8}" dt="2026-09-10T07:26:12.603" v="66"/>
          <ac:spMkLst>
            <pc:docMk/>
            <pc:sldMk cId="2323266469" sldId="257"/>
            <ac:spMk id="3" creationId="{3155C7FB-321C-7748-0216-E95D66CA7C0A}"/>
          </ac:spMkLst>
        </pc:spChg>
        <pc:picChg chg="add mod">
          <ac:chgData name="Demaeght Gunnarr" userId="d4ee6c7f-5b58-43ba-8a8e-d2bde2eb291f" providerId="ADAL" clId="{5D62749E-E127-43B3-8AC6-51DF11B66DA8}" dt="2026-09-11T07:30:58.742" v="726"/>
          <ac:picMkLst>
            <pc:docMk/>
            <pc:sldMk cId="2323266469" sldId="257"/>
            <ac:picMk id="4" creationId="{CE05AAE9-C09C-EE83-71CB-5731D994A205}"/>
          </ac:picMkLst>
        </pc:picChg>
        <pc:picChg chg="add mod modCrop">
          <ac:chgData name="Demaeght Gunnarr" userId="d4ee6c7f-5b58-43ba-8a8e-d2bde2eb291f" providerId="ADAL" clId="{5D62749E-E127-43B3-8AC6-51DF11B66DA8}" dt="2026-09-10T07:37:49.813" v="136" actId="26606"/>
          <ac:picMkLst>
            <pc:docMk/>
            <pc:sldMk cId="2323266469" sldId="257"/>
            <ac:picMk id="5" creationId="{46F7A7B9-FDEB-B3EA-6230-162E3EF71BE5}"/>
          </ac:picMkLst>
        </pc:picChg>
      </pc:sldChg>
      <pc:sldChg chg="addSp delSp modSp new mod ord modTransition">
        <pc:chgData name="Demaeght Gunnarr" userId="d4ee6c7f-5b58-43ba-8a8e-d2bde2eb291f" providerId="ADAL" clId="{5D62749E-E127-43B3-8AC6-51DF11B66DA8}" dt="2026-09-11T07:30:58.742" v="726"/>
        <pc:sldMkLst>
          <pc:docMk/>
          <pc:sldMk cId="3157967162" sldId="258"/>
        </pc:sldMkLst>
        <pc:spChg chg="mod">
          <ac:chgData name="Demaeght Gunnarr" userId="d4ee6c7f-5b58-43ba-8a8e-d2bde2eb291f" providerId="ADAL" clId="{5D62749E-E127-43B3-8AC6-51DF11B66DA8}" dt="2026-09-11T07:30:58.742" v="726"/>
          <ac:spMkLst>
            <pc:docMk/>
            <pc:sldMk cId="3157967162" sldId="258"/>
            <ac:spMk id="2" creationId="{DA0C588F-6AFB-42EF-AEFE-A25538B6D810}"/>
          </ac:spMkLst>
        </pc:spChg>
        <pc:spChg chg="del">
          <ac:chgData name="Demaeght Gunnarr" userId="d4ee6c7f-5b58-43ba-8a8e-d2bde2eb291f" providerId="ADAL" clId="{5D62749E-E127-43B3-8AC6-51DF11B66DA8}" dt="2026-09-10T07:28:55.423" v="119"/>
          <ac:spMkLst>
            <pc:docMk/>
            <pc:sldMk cId="3157967162" sldId="258"/>
            <ac:spMk id="3" creationId="{6B697213-1B55-DE32-005F-31C00B5F8587}"/>
          </ac:spMkLst>
        </pc:spChg>
        <pc:picChg chg="add mod">
          <ac:chgData name="Demaeght Gunnarr" userId="d4ee6c7f-5b58-43ba-8a8e-d2bde2eb291f" providerId="ADAL" clId="{5D62749E-E127-43B3-8AC6-51DF11B66DA8}" dt="2026-09-10T07:31:41.389" v="125" actId="1076"/>
          <ac:picMkLst>
            <pc:docMk/>
            <pc:sldMk cId="3157967162" sldId="258"/>
            <ac:picMk id="4" creationId="{433D5510-5D4A-2057-29C2-C3F450735870}"/>
          </ac:picMkLst>
        </pc:picChg>
      </pc:sldChg>
      <pc:sldChg chg="addSp delSp modSp new mod modTransition">
        <pc:chgData name="Demaeght Gunnarr" userId="d4ee6c7f-5b58-43ba-8a8e-d2bde2eb291f" providerId="ADAL" clId="{5D62749E-E127-43B3-8AC6-51DF11B66DA8}" dt="2026-09-11T07:30:58.742" v="726"/>
        <pc:sldMkLst>
          <pc:docMk/>
          <pc:sldMk cId="1454382296" sldId="259"/>
        </pc:sldMkLst>
        <pc:spChg chg="mod">
          <ac:chgData name="Demaeght Gunnarr" userId="d4ee6c7f-5b58-43ba-8a8e-d2bde2eb291f" providerId="ADAL" clId="{5D62749E-E127-43B3-8AC6-51DF11B66DA8}" dt="2026-09-11T07:30:58.742" v="726"/>
          <ac:spMkLst>
            <pc:docMk/>
            <pc:sldMk cId="1454382296" sldId="259"/>
            <ac:spMk id="2" creationId="{B9CB340E-F55D-DA8A-9F0E-8474E3BE6DF7}"/>
          </ac:spMkLst>
        </pc:spChg>
        <pc:spChg chg="del mod">
          <ac:chgData name="Demaeght Gunnarr" userId="d4ee6c7f-5b58-43ba-8a8e-d2bde2eb291f" providerId="ADAL" clId="{5D62749E-E127-43B3-8AC6-51DF11B66DA8}" dt="2026-09-10T07:48:32.527" v="345" actId="26606"/>
          <ac:spMkLst>
            <pc:docMk/>
            <pc:sldMk cId="1454382296" sldId="259"/>
            <ac:spMk id="3" creationId="{A605F830-AAC4-FB93-5870-E49AFDC385D8}"/>
          </ac:spMkLst>
        </pc:spChg>
        <pc:graphicFrameChg chg="add mod">
          <ac:chgData name="Demaeght Gunnarr" userId="d4ee6c7f-5b58-43ba-8a8e-d2bde2eb291f" providerId="ADAL" clId="{5D62749E-E127-43B3-8AC6-51DF11B66DA8}" dt="2026-09-11T07:26:05.830" v="645" actId="1076"/>
          <ac:graphicFrameMkLst>
            <pc:docMk/>
            <pc:sldMk cId="1454382296" sldId="259"/>
            <ac:graphicFrameMk id="5" creationId="{A34BE619-C8A0-112C-FAFE-5F7447C9197C}"/>
          </ac:graphicFrameMkLst>
        </pc:graphicFrameChg>
      </pc:sldChg>
      <pc:sldChg chg="addSp delSp modSp new mod modTransition">
        <pc:chgData name="Demaeght Gunnarr" userId="d4ee6c7f-5b58-43ba-8a8e-d2bde2eb291f" providerId="ADAL" clId="{5D62749E-E127-43B3-8AC6-51DF11B66DA8}" dt="2026-09-11T07:30:58.742" v="726"/>
        <pc:sldMkLst>
          <pc:docMk/>
          <pc:sldMk cId="439038329" sldId="260"/>
        </pc:sldMkLst>
        <pc:spChg chg="mod">
          <ac:chgData name="Demaeght Gunnarr" userId="d4ee6c7f-5b58-43ba-8a8e-d2bde2eb291f" providerId="ADAL" clId="{5D62749E-E127-43B3-8AC6-51DF11B66DA8}" dt="2026-09-11T07:30:58.742" v="726"/>
          <ac:spMkLst>
            <pc:docMk/>
            <pc:sldMk cId="439038329" sldId="260"/>
            <ac:spMk id="2" creationId="{727C0816-B592-9E8E-EA9D-D172D0B8710B}"/>
          </ac:spMkLst>
        </pc:spChg>
        <pc:spChg chg="mod">
          <ac:chgData name="Demaeght Gunnarr" userId="d4ee6c7f-5b58-43ba-8a8e-d2bde2eb291f" providerId="ADAL" clId="{5D62749E-E127-43B3-8AC6-51DF11B66DA8}" dt="2026-09-11T07:30:58.742" v="726"/>
          <ac:spMkLst>
            <pc:docMk/>
            <pc:sldMk cId="439038329" sldId="260"/>
            <ac:spMk id="3" creationId="{8F793EA2-36C5-9A79-4D5F-D8F5185E65B6}"/>
          </ac:spMkLst>
        </pc:spChg>
        <pc:spChg chg="add del mod">
          <ac:chgData name="Demaeght Gunnarr" userId="d4ee6c7f-5b58-43ba-8a8e-d2bde2eb291f" providerId="ADAL" clId="{5D62749E-E127-43B3-8AC6-51DF11B66DA8}" dt="2026-09-10T07:58:42.838" v="588"/>
          <ac:spMkLst>
            <pc:docMk/>
            <pc:sldMk cId="439038329" sldId="260"/>
            <ac:spMk id="4" creationId="{5BC79F2C-F104-76E1-C64D-5438F7523B9E}"/>
          </ac:spMkLst>
        </pc:spChg>
      </pc:sldChg>
      <pc:sldChg chg="addSp delSp modSp new mod modTransition modClrScheme chgLayout">
        <pc:chgData name="Demaeght Gunnarr" userId="d4ee6c7f-5b58-43ba-8a8e-d2bde2eb291f" providerId="ADAL" clId="{5D62749E-E127-43B3-8AC6-51DF11B66DA8}" dt="2026-09-11T07:33:16.931" v="734" actId="1076"/>
        <pc:sldMkLst>
          <pc:docMk/>
          <pc:sldMk cId="2265773176" sldId="261"/>
        </pc:sldMkLst>
        <pc:spChg chg="del">
          <ac:chgData name="Demaeght Gunnarr" userId="d4ee6c7f-5b58-43ba-8a8e-d2bde2eb291f" providerId="ADAL" clId="{5D62749E-E127-43B3-8AC6-51DF11B66DA8}" dt="2026-09-10T08:01:35.056" v="601" actId="26606"/>
          <ac:spMkLst>
            <pc:docMk/>
            <pc:sldMk cId="2265773176" sldId="261"/>
            <ac:spMk id="2" creationId="{3FD45FCF-DA14-E03A-404D-43998CC92595}"/>
          </ac:spMkLst>
        </pc:spChg>
        <pc:spChg chg="add del mod">
          <ac:chgData name="Demaeght Gunnarr" userId="d4ee6c7f-5b58-43ba-8a8e-d2bde2eb291f" providerId="ADAL" clId="{5D62749E-E127-43B3-8AC6-51DF11B66DA8}" dt="2026-09-11T07:32:03.645" v="731" actId="478"/>
          <ac:spMkLst>
            <pc:docMk/>
            <pc:sldMk cId="2265773176" sldId="261"/>
            <ac:spMk id="3" creationId="{432770D2-E8A5-4664-5DBA-4CB327AF9EFB}"/>
          </ac:spMkLst>
        </pc:spChg>
        <pc:spChg chg="del">
          <ac:chgData name="Demaeght Gunnarr" userId="d4ee6c7f-5b58-43ba-8a8e-d2bde2eb291f" providerId="ADAL" clId="{5D62749E-E127-43B3-8AC6-51DF11B66DA8}" dt="2026-09-10T08:01:26.470" v="600" actId="22"/>
          <ac:spMkLst>
            <pc:docMk/>
            <pc:sldMk cId="2265773176" sldId="261"/>
            <ac:spMk id="3" creationId="{FD833B22-FB9B-50C0-3D9A-20C29EF9DCDA}"/>
          </ac:spMkLst>
        </pc:spChg>
        <pc:spChg chg="add mod">
          <ac:chgData name="Demaeght Gunnarr" userId="d4ee6c7f-5b58-43ba-8a8e-d2bde2eb291f" providerId="ADAL" clId="{5D62749E-E127-43B3-8AC6-51DF11B66DA8}" dt="2026-09-11T07:30:58.742" v="726"/>
          <ac:spMkLst>
            <pc:docMk/>
            <pc:sldMk cId="2265773176" sldId="261"/>
            <ac:spMk id="10" creationId="{31935CC8-2890-5E51-2D68-07BE9A14BCBB}"/>
          </ac:spMkLst>
        </pc:spChg>
        <pc:spChg chg="add del mod">
          <ac:chgData name="Demaeght Gunnarr" userId="d4ee6c7f-5b58-43ba-8a8e-d2bde2eb291f" providerId="ADAL" clId="{5D62749E-E127-43B3-8AC6-51DF11B66DA8}" dt="2026-09-10T08:03:29.972" v="639" actId="26606"/>
          <ac:spMkLst>
            <pc:docMk/>
            <pc:sldMk cId="2265773176" sldId="261"/>
            <ac:spMk id="12" creationId="{9F1DA418-2715-FD64-E5D6-45578BAD45DA}"/>
          </ac:spMkLst>
        </pc:spChg>
        <pc:spChg chg="add mod">
          <ac:chgData name="Demaeght Gunnarr" userId="d4ee6c7f-5b58-43ba-8a8e-d2bde2eb291f" providerId="ADAL" clId="{5D62749E-E127-43B3-8AC6-51DF11B66DA8}" dt="2026-09-11T07:30:58.742" v="726"/>
          <ac:spMkLst>
            <pc:docMk/>
            <pc:sldMk cId="2265773176" sldId="261"/>
            <ac:spMk id="17" creationId="{E1F15A19-71E8-BA50-EADD-F38D67D4A605}"/>
          </ac:spMkLst>
        </pc:spChg>
        <pc:picChg chg="add del mod ord">
          <ac:chgData name="Demaeght Gunnarr" userId="d4ee6c7f-5b58-43ba-8a8e-d2bde2eb291f" providerId="ADAL" clId="{5D62749E-E127-43B3-8AC6-51DF11B66DA8}" dt="2026-09-11T07:31:59.466" v="730" actId="478"/>
          <ac:picMkLst>
            <pc:docMk/>
            <pc:sldMk cId="2265773176" sldId="261"/>
            <ac:picMk id="5" creationId="{3624556B-2A02-054A-3849-A5EF2252C217}"/>
          </ac:picMkLst>
        </pc:picChg>
        <pc:picChg chg="add mod">
          <ac:chgData name="Demaeght Gunnarr" userId="d4ee6c7f-5b58-43ba-8a8e-d2bde2eb291f" providerId="ADAL" clId="{5D62749E-E127-43B3-8AC6-51DF11B66DA8}" dt="2026-09-11T07:33:16.931" v="734" actId="1076"/>
          <ac:picMkLst>
            <pc:docMk/>
            <pc:sldMk cId="2265773176" sldId="261"/>
            <ac:picMk id="6" creationId="{63618FFE-080D-9175-5196-CDFC301950B6}"/>
          </ac:picMkLst>
        </pc:picChg>
      </pc:sldChg>
      <pc:sldChg chg="new del">
        <pc:chgData name="Demaeght Gunnarr" userId="d4ee6c7f-5b58-43ba-8a8e-d2bde2eb291f" providerId="ADAL" clId="{5D62749E-E127-43B3-8AC6-51DF11B66DA8}" dt="2026-09-10T08:04:13.734" v="640" actId="47"/>
        <pc:sldMkLst>
          <pc:docMk/>
          <pc:sldMk cId="23809089" sldId="262"/>
        </pc:sldMkLst>
      </pc:sldChg>
      <pc:sldChg chg="delSp modSp new mod modClrScheme chgLayout">
        <pc:chgData name="Demaeght Gunnarr" userId="d4ee6c7f-5b58-43ba-8a8e-d2bde2eb291f" providerId="ADAL" clId="{5D62749E-E127-43B3-8AC6-51DF11B66DA8}" dt="2026-09-11T07:31:09.300" v="727" actId="26606"/>
        <pc:sldMkLst>
          <pc:docMk/>
          <pc:sldMk cId="3244582694" sldId="262"/>
        </pc:sldMkLst>
        <pc:spChg chg="mod">
          <ac:chgData name="Demaeght Gunnarr" userId="d4ee6c7f-5b58-43ba-8a8e-d2bde2eb291f" providerId="ADAL" clId="{5D62749E-E127-43B3-8AC6-51DF11B66DA8}" dt="2026-09-11T07:31:09.300" v="727" actId="26606"/>
          <ac:spMkLst>
            <pc:docMk/>
            <pc:sldMk cId="3244582694" sldId="262"/>
            <ac:spMk id="2" creationId="{F5053C1F-8F75-1C45-DE95-75E0DFC03ACF}"/>
          </ac:spMkLst>
        </pc:spChg>
        <pc:spChg chg="del">
          <ac:chgData name="Demaeght Gunnarr" userId="d4ee6c7f-5b58-43ba-8a8e-d2bde2eb291f" providerId="ADAL" clId="{5D62749E-E127-43B3-8AC6-51DF11B66DA8}" dt="2026-09-11T07:30:18.294" v="720" actId="478"/>
          <ac:spMkLst>
            <pc:docMk/>
            <pc:sldMk cId="3244582694" sldId="262"/>
            <ac:spMk id="3" creationId="{57E6A7E7-95FD-2D7E-26AB-B4563988D76A}"/>
          </ac:spMkLst>
        </pc:spChg>
        <pc:spChg chg="del">
          <ac:chgData name="Demaeght Gunnarr" userId="d4ee6c7f-5b58-43ba-8a8e-d2bde2eb291f" providerId="ADAL" clId="{5D62749E-E127-43B3-8AC6-51DF11B66DA8}" dt="2026-09-11T07:30:14.614" v="719" actId="478"/>
          <ac:spMkLst>
            <pc:docMk/>
            <pc:sldMk cId="3244582694" sldId="262"/>
            <ac:spMk id="4" creationId="{4A2A8478-1CFA-D198-DCC0-C041238213A3}"/>
          </ac:spMkLst>
        </pc:spChg>
      </pc:sldChg>
      <pc:sldChg chg="modSp new del mod">
        <pc:chgData name="Demaeght Gunnarr" userId="d4ee6c7f-5b58-43ba-8a8e-d2bde2eb291f" providerId="ADAL" clId="{5D62749E-E127-43B3-8AC6-51DF11B66DA8}" dt="2026-09-11T07:29:54.969" v="694" actId="47"/>
        <pc:sldMkLst>
          <pc:docMk/>
          <pc:sldMk cId="3402220788" sldId="262"/>
        </pc:sldMkLst>
        <pc:spChg chg="mod">
          <ac:chgData name="Demaeght Gunnarr" userId="d4ee6c7f-5b58-43ba-8a8e-d2bde2eb291f" providerId="ADAL" clId="{5D62749E-E127-43B3-8AC6-51DF11B66DA8}" dt="2026-09-11T07:27:40.487" v="693" actId="20577"/>
          <ac:spMkLst>
            <pc:docMk/>
            <pc:sldMk cId="3402220788" sldId="262"/>
            <ac:spMk id="2" creationId="{9EDEFB32-6327-BE37-9FA8-D4256E531E89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7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7589E54-12D5-49FB-8D2B-25A94FA0423E}" type="doc">
      <dgm:prSet loTypeId="urn:microsoft.com/office/officeart/2005/8/layout/hierarchy1" loCatId="hierarchy" qsTypeId="urn:microsoft.com/office/officeart/2005/8/quickstyle/simple2#5" qsCatId="simple" csTypeId="urn:microsoft.com/office/officeart/2005/8/colors/accent1_2#7" csCatId="accent1"/>
      <dgm:spPr/>
      <dgm:t>
        <a:bodyPr/>
        <a:lstStyle/>
        <a:p>
          <a:endParaRPr lang="en-US"/>
        </a:p>
      </dgm:t>
    </dgm:pt>
    <dgm:pt modelId="{5ACF72D3-7C2E-47F8-B5D7-CCE939062A88}">
      <dgm:prSet/>
      <dgm:spPr/>
      <dgm:t>
        <a:bodyPr/>
        <a:lstStyle/>
        <a:p>
          <a:r>
            <a:rPr lang="en-US" dirty="0"/>
            <a:t>- </a:t>
          </a:r>
          <a:r>
            <a:rPr lang="en-US" dirty="0" err="1"/>
            <a:t>meerder</a:t>
          </a:r>
          <a:r>
            <a:rPr lang="en-US" dirty="0"/>
            <a:t> camera’s </a:t>
          </a:r>
          <a:r>
            <a:rPr lang="en-US" dirty="0" err="1"/>
            <a:t>aantsturen</a:t>
          </a:r>
          <a:r>
            <a:rPr lang="en-US" dirty="0"/>
            <a:t> met 1 Pi</a:t>
          </a:r>
        </a:p>
      </dgm:t>
    </dgm:pt>
    <dgm:pt modelId="{848BA0C5-E2D6-482A-8F16-ED1296412BAC}" type="parTrans" cxnId="{D067EABE-4E38-4482-A980-600DF8C98AC7}">
      <dgm:prSet/>
      <dgm:spPr/>
      <dgm:t>
        <a:bodyPr/>
        <a:lstStyle/>
        <a:p>
          <a:endParaRPr lang="en-US"/>
        </a:p>
      </dgm:t>
    </dgm:pt>
    <dgm:pt modelId="{0B411016-CBAA-4A3E-B669-D836D8D12A10}" type="sibTrans" cxnId="{D067EABE-4E38-4482-A980-600DF8C98AC7}">
      <dgm:prSet/>
      <dgm:spPr/>
      <dgm:t>
        <a:bodyPr/>
        <a:lstStyle/>
        <a:p>
          <a:endParaRPr lang="en-US"/>
        </a:p>
      </dgm:t>
    </dgm:pt>
    <dgm:pt modelId="{5E96A914-A104-4F9F-8D14-24F58116E0EE}">
      <dgm:prSet/>
      <dgm:spPr/>
      <dgm:t>
        <a:bodyPr/>
        <a:lstStyle/>
        <a:p>
          <a:r>
            <a:rPr lang="en-US"/>
            <a:t>- een applicatie maken om de camera’s te bekijken</a:t>
          </a:r>
        </a:p>
      </dgm:t>
    </dgm:pt>
    <dgm:pt modelId="{0C61E902-341A-40AD-8704-11D72D3D95F8}" type="parTrans" cxnId="{53A6761E-D0A6-447E-AABE-C4DE11D0F93C}">
      <dgm:prSet/>
      <dgm:spPr/>
      <dgm:t>
        <a:bodyPr/>
        <a:lstStyle/>
        <a:p>
          <a:endParaRPr lang="en-US"/>
        </a:p>
      </dgm:t>
    </dgm:pt>
    <dgm:pt modelId="{B2D7E7B7-6FF8-4A55-9FF2-0D6F4D47DEAE}" type="sibTrans" cxnId="{53A6761E-D0A6-447E-AABE-C4DE11D0F93C}">
      <dgm:prSet/>
      <dgm:spPr/>
      <dgm:t>
        <a:bodyPr/>
        <a:lstStyle/>
        <a:p>
          <a:endParaRPr lang="en-US"/>
        </a:p>
      </dgm:t>
    </dgm:pt>
    <dgm:pt modelId="{0A95ACB8-6DA1-4127-B67D-AD162295717A}">
      <dgm:prSet/>
      <dgm:spPr/>
      <dgm:t>
        <a:bodyPr/>
        <a:lstStyle/>
        <a:p>
          <a:r>
            <a:rPr lang="en-US"/>
            <a:t>- draadloos aan de Pi verbinden</a:t>
          </a:r>
        </a:p>
      </dgm:t>
    </dgm:pt>
    <dgm:pt modelId="{4BC66ED0-5BA0-402A-9762-905D9FCAC8E5}" type="parTrans" cxnId="{C07B7455-69C4-4426-90BA-36A8387AD4CF}">
      <dgm:prSet/>
      <dgm:spPr/>
      <dgm:t>
        <a:bodyPr/>
        <a:lstStyle/>
        <a:p>
          <a:endParaRPr lang="en-US"/>
        </a:p>
      </dgm:t>
    </dgm:pt>
    <dgm:pt modelId="{0F644D01-A469-4D69-867D-D1D2CAEF40DB}" type="sibTrans" cxnId="{C07B7455-69C4-4426-90BA-36A8387AD4CF}">
      <dgm:prSet/>
      <dgm:spPr/>
      <dgm:t>
        <a:bodyPr/>
        <a:lstStyle/>
        <a:p>
          <a:endParaRPr lang="en-US"/>
        </a:p>
      </dgm:t>
    </dgm:pt>
    <dgm:pt modelId="{E7DEE67E-81BE-4C8E-861E-B0D0932B90B5}" type="pres">
      <dgm:prSet presAssocID="{27589E54-12D5-49FB-8D2B-25A94FA0423E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75F71BD8-3A90-4958-9A32-15905E69347C}" type="pres">
      <dgm:prSet presAssocID="{5ACF72D3-7C2E-47F8-B5D7-CCE939062A88}" presName="hierRoot1" presStyleCnt="0"/>
      <dgm:spPr/>
    </dgm:pt>
    <dgm:pt modelId="{CBECBEB4-3EE8-41DA-A97A-9C0BE64D7117}" type="pres">
      <dgm:prSet presAssocID="{5ACF72D3-7C2E-47F8-B5D7-CCE939062A88}" presName="composite" presStyleCnt="0"/>
      <dgm:spPr/>
    </dgm:pt>
    <dgm:pt modelId="{4CC47B4A-94FA-4C05-BB49-C35731D49E94}" type="pres">
      <dgm:prSet presAssocID="{5ACF72D3-7C2E-47F8-B5D7-CCE939062A88}" presName="background" presStyleLbl="node0" presStyleIdx="0" presStyleCnt="3"/>
      <dgm:spPr/>
    </dgm:pt>
    <dgm:pt modelId="{A92D661C-D664-4C3B-AE03-98099259D15C}" type="pres">
      <dgm:prSet presAssocID="{5ACF72D3-7C2E-47F8-B5D7-CCE939062A88}" presName="text" presStyleLbl="fgAcc0" presStyleIdx="0" presStyleCnt="3">
        <dgm:presLayoutVars>
          <dgm:chPref val="3"/>
        </dgm:presLayoutVars>
      </dgm:prSet>
      <dgm:spPr/>
    </dgm:pt>
    <dgm:pt modelId="{A899FA8E-A4CE-4879-946A-FD047B5BCABF}" type="pres">
      <dgm:prSet presAssocID="{5ACF72D3-7C2E-47F8-B5D7-CCE939062A88}" presName="hierChild2" presStyleCnt="0"/>
      <dgm:spPr/>
    </dgm:pt>
    <dgm:pt modelId="{31E3D24A-160D-4FF3-A4E2-839643E5025C}" type="pres">
      <dgm:prSet presAssocID="{5E96A914-A104-4F9F-8D14-24F58116E0EE}" presName="hierRoot1" presStyleCnt="0"/>
      <dgm:spPr/>
    </dgm:pt>
    <dgm:pt modelId="{060BD291-256E-4804-A913-521C3619E47F}" type="pres">
      <dgm:prSet presAssocID="{5E96A914-A104-4F9F-8D14-24F58116E0EE}" presName="composite" presStyleCnt="0"/>
      <dgm:spPr/>
    </dgm:pt>
    <dgm:pt modelId="{3E5E9458-F2EF-4D06-839E-C722FB9FCF03}" type="pres">
      <dgm:prSet presAssocID="{5E96A914-A104-4F9F-8D14-24F58116E0EE}" presName="background" presStyleLbl="node0" presStyleIdx="1" presStyleCnt="3"/>
      <dgm:spPr/>
    </dgm:pt>
    <dgm:pt modelId="{0EAE753B-0383-42F3-9946-E319688BE188}" type="pres">
      <dgm:prSet presAssocID="{5E96A914-A104-4F9F-8D14-24F58116E0EE}" presName="text" presStyleLbl="fgAcc0" presStyleIdx="1" presStyleCnt="3">
        <dgm:presLayoutVars>
          <dgm:chPref val="3"/>
        </dgm:presLayoutVars>
      </dgm:prSet>
      <dgm:spPr/>
    </dgm:pt>
    <dgm:pt modelId="{F1EA4B5F-C589-4F3C-BDEE-FDA7F9DFAC20}" type="pres">
      <dgm:prSet presAssocID="{5E96A914-A104-4F9F-8D14-24F58116E0EE}" presName="hierChild2" presStyleCnt="0"/>
      <dgm:spPr/>
    </dgm:pt>
    <dgm:pt modelId="{D5870B24-F14B-4881-82D8-E5C303806625}" type="pres">
      <dgm:prSet presAssocID="{0A95ACB8-6DA1-4127-B67D-AD162295717A}" presName="hierRoot1" presStyleCnt="0"/>
      <dgm:spPr/>
    </dgm:pt>
    <dgm:pt modelId="{77673462-69B9-450C-85AB-A841C71217FD}" type="pres">
      <dgm:prSet presAssocID="{0A95ACB8-6DA1-4127-B67D-AD162295717A}" presName="composite" presStyleCnt="0"/>
      <dgm:spPr/>
    </dgm:pt>
    <dgm:pt modelId="{AF919EB4-9468-48F0-AEB8-EABA574BFC27}" type="pres">
      <dgm:prSet presAssocID="{0A95ACB8-6DA1-4127-B67D-AD162295717A}" presName="background" presStyleLbl="node0" presStyleIdx="2" presStyleCnt="3"/>
      <dgm:spPr/>
    </dgm:pt>
    <dgm:pt modelId="{B2998A9B-6695-4891-AB1D-D70A266E270F}" type="pres">
      <dgm:prSet presAssocID="{0A95ACB8-6DA1-4127-B67D-AD162295717A}" presName="text" presStyleLbl="fgAcc0" presStyleIdx="2" presStyleCnt="3">
        <dgm:presLayoutVars>
          <dgm:chPref val="3"/>
        </dgm:presLayoutVars>
      </dgm:prSet>
      <dgm:spPr/>
    </dgm:pt>
    <dgm:pt modelId="{89A90489-F97C-4190-969D-20934E6F14EE}" type="pres">
      <dgm:prSet presAssocID="{0A95ACB8-6DA1-4127-B67D-AD162295717A}" presName="hierChild2" presStyleCnt="0"/>
      <dgm:spPr/>
    </dgm:pt>
  </dgm:ptLst>
  <dgm:cxnLst>
    <dgm:cxn modelId="{A547D01C-1AEC-4FF4-9D45-2B7E666F58F8}" type="presOf" srcId="{5ACF72D3-7C2E-47F8-B5D7-CCE939062A88}" destId="{A92D661C-D664-4C3B-AE03-98099259D15C}" srcOrd="0" destOrd="0" presId="urn:microsoft.com/office/officeart/2005/8/layout/hierarchy1"/>
    <dgm:cxn modelId="{53A6761E-D0A6-447E-AABE-C4DE11D0F93C}" srcId="{27589E54-12D5-49FB-8D2B-25A94FA0423E}" destId="{5E96A914-A104-4F9F-8D14-24F58116E0EE}" srcOrd="1" destOrd="0" parTransId="{0C61E902-341A-40AD-8704-11D72D3D95F8}" sibTransId="{B2D7E7B7-6FF8-4A55-9FF2-0D6F4D47DEAE}"/>
    <dgm:cxn modelId="{42041632-1CB7-49C4-ACDA-FA2A7F45E1D7}" type="presOf" srcId="{5E96A914-A104-4F9F-8D14-24F58116E0EE}" destId="{0EAE753B-0383-42F3-9946-E319688BE188}" srcOrd="0" destOrd="0" presId="urn:microsoft.com/office/officeart/2005/8/layout/hierarchy1"/>
    <dgm:cxn modelId="{1148846D-C2B6-4CD0-BF66-9AAAB1F640B9}" type="presOf" srcId="{0A95ACB8-6DA1-4127-B67D-AD162295717A}" destId="{B2998A9B-6695-4891-AB1D-D70A266E270F}" srcOrd="0" destOrd="0" presId="urn:microsoft.com/office/officeart/2005/8/layout/hierarchy1"/>
    <dgm:cxn modelId="{C07B7455-69C4-4426-90BA-36A8387AD4CF}" srcId="{27589E54-12D5-49FB-8D2B-25A94FA0423E}" destId="{0A95ACB8-6DA1-4127-B67D-AD162295717A}" srcOrd="2" destOrd="0" parTransId="{4BC66ED0-5BA0-402A-9762-905D9FCAC8E5}" sibTransId="{0F644D01-A469-4D69-867D-D1D2CAEF40DB}"/>
    <dgm:cxn modelId="{D067EABE-4E38-4482-A980-600DF8C98AC7}" srcId="{27589E54-12D5-49FB-8D2B-25A94FA0423E}" destId="{5ACF72D3-7C2E-47F8-B5D7-CCE939062A88}" srcOrd="0" destOrd="0" parTransId="{848BA0C5-E2D6-482A-8F16-ED1296412BAC}" sibTransId="{0B411016-CBAA-4A3E-B669-D836D8D12A10}"/>
    <dgm:cxn modelId="{045B44F1-4E61-4EAE-AB55-F6CA9556D740}" type="presOf" srcId="{27589E54-12D5-49FB-8D2B-25A94FA0423E}" destId="{E7DEE67E-81BE-4C8E-861E-B0D0932B90B5}" srcOrd="0" destOrd="0" presId="urn:microsoft.com/office/officeart/2005/8/layout/hierarchy1"/>
    <dgm:cxn modelId="{F4C7A84F-1DA7-4BDC-84A0-47DB4149F9B4}" type="presParOf" srcId="{E7DEE67E-81BE-4C8E-861E-B0D0932B90B5}" destId="{75F71BD8-3A90-4958-9A32-15905E69347C}" srcOrd="0" destOrd="0" presId="urn:microsoft.com/office/officeart/2005/8/layout/hierarchy1"/>
    <dgm:cxn modelId="{973144A1-3676-4EAF-B48E-2967E900B308}" type="presParOf" srcId="{75F71BD8-3A90-4958-9A32-15905E69347C}" destId="{CBECBEB4-3EE8-41DA-A97A-9C0BE64D7117}" srcOrd="0" destOrd="0" presId="urn:microsoft.com/office/officeart/2005/8/layout/hierarchy1"/>
    <dgm:cxn modelId="{EEE3AF27-FD2E-4244-8097-C8746C6E98F4}" type="presParOf" srcId="{CBECBEB4-3EE8-41DA-A97A-9C0BE64D7117}" destId="{4CC47B4A-94FA-4C05-BB49-C35731D49E94}" srcOrd="0" destOrd="0" presId="urn:microsoft.com/office/officeart/2005/8/layout/hierarchy1"/>
    <dgm:cxn modelId="{0558F4DA-AC2A-4F39-9C7F-41D400536C20}" type="presParOf" srcId="{CBECBEB4-3EE8-41DA-A97A-9C0BE64D7117}" destId="{A92D661C-D664-4C3B-AE03-98099259D15C}" srcOrd="1" destOrd="0" presId="urn:microsoft.com/office/officeart/2005/8/layout/hierarchy1"/>
    <dgm:cxn modelId="{167A5977-3FFA-4AB7-84BA-7A4357EB736B}" type="presParOf" srcId="{75F71BD8-3A90-4958-9A32-15905E69347C}" destId="{A899FA8E-A4CE-4879-946A-FD047B5BCABF}" srcOrd="1" destOrd="0" presId="urn:microsoft.com/office/officeart/2005/8/layout/hierarchy1"/>
    <dgm:cxn modelId="{ADCFDBE5-FAB5-4AEF-A9D6-DF71652C4C1B}" type="presParOf" srcId="{E7DEE67E-81BE-4C8E-861E-B0D0932B90B5}" destId="{31E3D24A-160D-4FF3-A4E2-839643E5025C}" srcOrd="1" destOrd="0" presId="urn:microsoft.com/office/officeart/2005/8/layout/hierarchy1"/>
    <dgm:cxn modelId="{5AEFDD41-EFF7-4102-8620-B17C0CD1DF37}" type="presParOf" srcId="{31E3D24A-160D-4FF3-A4E2-839643E5025C}" destId="{060BD291-256E-4804-A913-521C3619E47F}" srcOrd="0" destOrd="0" presId="urn:microsoft.com/office/officeart/2005/8/layout/hierarchy1"/>
    <dgm:cxn modelId="{E2346E2A-44E9-4D88-9C58-ED10C2658573}" type="presParOf" srcId="{060BD291-256E-4804-A913-521C3619E47F}" destId="{3E5E9458-F2EF-4D06-839E-C722FB9FCF03}" srcOrd="0" destOrd="0" presId="urn:microsoft.com/office/officeart/2005/8/layout/hierarchy1"/>
    <dgm:cxn modelId="{7CEA3DA0-EBE4-4256-8BF8-AE290C4128BF}" type="presParOf" srcId="{060BD291-256E-4804-A913-521C3619E47F}" destId="{0EAE753B-0383-42F3-9946-E319688BE188}" srcOrd="1" destOrd="0" presId="urn:microsoft.com/office/officeart/2005/8/layout/hierarchy1"/>
    <dgm:cxn modelId="{0F6C3034-DE88-493B-99F5-DC66F1345053}" type="presParOf" srcId="{31E3D24A-160D-4FF3-A4E2-839643E5025C}" destId="{F1EA4B5F-C589-4F3C-BDEE-FDA7F9DFAC20}" srcOrd="1" destOrd="0" presId="urn:microsoft.com/office/officeart/2005/8/layout/hierarchy1"/>
    <dgm:cxn modelId="{DED66178-D4C7-4CC4-98A2-09BC48E232ED}" type="presParOf" srcId="{E7DEE67E-81BE-4C8E-861E-B0D0932B90B5}" destId="{D5870B24-F14B-4881-82D8-E5C303806625}" srcOrd="2" destOrd="0" presId="urn:microsoft.com/office/officeart/2005/8/layout/hierarchy1"/>
    <dgm:cxn modelId="{0237D9BC-89F7-4A82-81A6-E9F8292F4B3E}" type="presParOf" srcId="{D5870B24-F14B-4881-82D8-E5C303806625}" destId="{77673462-69B9-450C-85AB-A841C71217FD}" srcOrd="0" destOrd="0" presId="urn:microsoft.com/office/officeart/2005/8/layout/hierarchy1"/>
    <dgm:cxn modelId="{BE9FEFF1-5F2E-4CE4-9E37-081723DAFDF7}" type="presParOf" srcId="{77673462-69B9-450C-85AB-A841C71217FD}" destId="{AF919EB4-9468-48F0-AEB8-EABA574BFC27}" srcOrd="0" destOrd="0" presId="urn:microsoft.com/office/officeart/2005/8/layout/hierarchy1"/>
    <dgm:cxn modelId="{8F0D3EB3-F44D-4141-9A3A-FD4F0852B304}" type="presParOf" srcId="{77673462-69B9-450C-85AB-A841C71217FD}" destId="{B2998A9B-6695-4891-AB1D-D70A266E270F}" srcOrd="1" destOrd="0" presId="urn:microsoft.com/office/officeart/2005/8/layout/hierarchy1"/>
    <dgm:cxn modelId="{7AF99ADF-7480-4653-BB75-C96DE44F3D80}" type="presParOf" srcId="{D5870B24-F14B-4881-82D8-E5C303806625}" destId="{89A90489-F97C-4190-969D-20934E6F14EE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CC47B4A-94FA-4C05-BB49-C35731D49E94}">
      <dsp:nvSpPr>
        <dsp:cNvPr id="0" name=""/>
        <dsp:cNvSpPr/>
      </dsp:nvSpPr>
      <dsp:spPr>
        <a:xfrm>
          <a:off x="0" y="1117241"/>
          <a:ext cx="2796302" cy="177565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A92D661C-D664-4C3B-AE03-98099259D15C}">
      <dsp:nvSpPr>
        <dsp:cNvPr id="0" name=""/>
        <dsp:cNvSpPr/>
      </dsp:nvSpPr>
      <dsp:spPr>
        <a:xfrm>
          <a:off x="310700" y="1412406"/>
          <a:ext cx="2796302" cy="177565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- </a:t>
          </a:r>
          <a:r>
            <a:rPr lang="en-US" sz="2600" kern="1200" dirty="0" err="1"/>
            <a:t>meerder</a:t>
          </a:r>
          <a:r>
            <a:rPr lang="en-US" sz="2600" kern="1200" dirty="0"/>
            <a:t> camera’s </a:t>
          </a:r>
          <a:r>
            <a:rPr lang="en-US" sz="2600" kern="1200" dirty="0" err="1"/>
            <a:t>aantsturen</a:t>
          </a:r>
          <a:r>
            <a:rPr lang="en-US" sz="2600" kern="1200" dirty="0"/>
            <a:t> met 1 Pi</a:t>
          </a:r>
        </a:p>
      </dsp:txBody>
      <dsp:txXfrm>
        <a:off x="362707" y="1464413"/>
        <a:ext cx="2692288" cy="1671638"/>
      </dsp:txXfrm>
    </dsp:sp>
    <dsp:sp modelId="{3E5E9458-F2EF-4D06-839E-C722FB9FCF03}">
      <dsp:nvSpPr>
        <dsp:cNvPr id="0" name=""/>
        <dsp:cNvSpPr/>
      </dsp:nvSpPr>
      <dsp:spPr>
        <a:xfrm>
          <a:off x="3417703" y="1117241"/>
          <a:ext cx="2796302" cy="177565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0EAE753B-0383-42F3-9946-E319688BE188}">
      <dsp:nvSpPr>
        <dsp:cNvPr id="0" name=""/>
        <dsp:cNvSpPr/>
      </dsp:nvSpPr>
      <dsp:spPr>
        <a:xfrm>
          <a:off x="3728403" y="1412406"/>
          <a:ext cx="2796302" cy="177565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- een applicatie maken om de camera’s te bekijken</a:t>
          </a:r>
        </a:p>
      </dsp:txBody>
      <dsp:txXfrm>
        <a:off x="3780410" y="1464413"/>
        <a:ext cx="2692288" cy="1671638"/>
      </dsp:txXfrm>
    </dsp:sp>
    <dsp:sp modelId="{AF919EB4-9468-48F0-AEB8-EABA574BFC27}">
      <dsp:nvSpPr>
        <dsp:cNvPr id="0" name=""/>
        <dsp:cNvSpPr/>
      </dsp:nvSpPr>
      <dsp:spPr>
        <a:xfrm>
          <a:off x="6835406" y="1117241"/>
          <a:ext cx="2796302" cy="177565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B2998A9B-6695-4891-AB1D-D70A266E270F}">
      <dsp:nvSpPr>
        <dsp:cNvPr id="0" name=""/>
        <dsp:cNvSpPr/>
      </dsp:nvSpPr>
      <dsp:spPr>
        <a:xfrm>
          <a:off x="7146106" y="1412406"/>
          <a:ext cx="2796302" cy="177565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- draadloos aan de Pi verbinden</a:t>
          </a:r>
        </a:p>
      </dsp:txBody>
      <dsp:txXfrm>
        <a:off x="7198113" y="1464413"/>
        <a:ext cx="2692288" cy="167163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#5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C8E832A1-AE20-595C-6C6A-C6CAD6D72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59" t="1529" r="16895" b="27442"/>
          <a:stretch>
            <a:fillRect/>
          </a:stretch>
        </p:blipFill>
        <p:spPr>
          <a:xfrm flipH="1">
            <a:off x="-27432" y="0"/>
            <a:ext cx="12219432" cy="68657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5259" y="1820486"/>
            <a:ext cx="4800600" cy="2762187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8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95260" y="4714821"/>
            <a:ext cx="3830874" cy="149661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95259" y="219456"/>
            <a:ext cx="2703777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5440" y="219456"/>
            <a:ext cx="149536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09/11/2026</a:t>
            </a:fld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59785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17452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09/11/2026</a:t>
            </a:fld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243426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6AC85073-6D22-76C5-C752-C565E9FBCC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6" t="10520" r="14652" b="11508"/>
          <a:stretch>
            <a:fillRect/>
          </a:stretch>
        </p:blipFill>
        <p:spPr>
          <a:xfrm flipH="1">
            <a:off x="-2" y="11899"/>
            <a:ext cx="12192001" cy="6865715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BF6CFC71-0CC0-F6AB-06FD-5F2DE2587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2" y="459253"/>
            <a:ext cx="5658468" cy="2691359"/>
          </a:xfrm>
        </p:spPr>
        <p:txBody>
          <a:bodyPr/>
          <a:lstStyle>
            <a:lvl1pPr>
              <a:defRPr sz="4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41932924-E87B-08A2-5EE3-BBA69699E2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62264" y="516600"/>
            <a:ext cx="2593814" cy="162788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62265" y="219456"/>
            <a:ext cx="2504049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363200" y="219456"/>
            <a:ext cx="1146383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09/11/2026</a:t>
            </a:fld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457311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88952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tIns="36576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7EB34FF5-770C-AA64-B806-5D6DED711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463843"/>
            <a:ext cx="12188952" cy="2394157"/>
          </a:xfrm>
          <a:gradFill>
            <a:gsLst>
              <a:gs pos="31000">
                <a:srgbClr val="000000">
                  <a:alpha val="30000"/>
                </a:srgbClr>
              </a:gs>
              <a:gs pos="87000">
                <a:srgbClr val="000000">
                  <a:alpha val="60000"/>
                </a:srgbClr>
              </a:gs>
              <a:gs pos="0">
                <a:srgbClr val="000000">
                  <a:alpha val="0"/>
                </a:srgbClr>
              </a:gs>
            </a:gsLst>
            <a:lin ang="5400000" scaled="0"/>
          </a:gradFill>
        </p:spPr>
        <p:txBody>
          <a:bodyPr lIns="502920" tIns="0" rIns="5029200" bIns="365760" anchor="b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49132BB0-A42B-7355-8046-F22B2344C6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01099" y="4463843"/>
            <a:ext cx="3387853" cy="2394157"/>
          </a:xfrm>
        </p:spPr>
        <p:txBody>
          <a:bodyPr vert="horz" lIns="137160" tIns="365760" rIns="0" bIns="457200" rtlCol="0" anchor="b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37656" y="219456"/>
            <a:ext cx="2740616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8866095" y="219456"/>
            <a:ext cx="1957990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09/11/2026</a:t>
            </a:fld>
            <a:endParaRPr lang="LID4096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62195" y="219456"/>
            <a:ext cx="448805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982486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6F838A51-B977-1664-089F-3B2250DFEF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81172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9980" y="4311805"/>
            <a:ext cx="8585337" cy="2368300"/>
          </a:xfrm>
        </p:spPr>
        <p:txBody>
          <a:bodyPr anchor="b">
            <a:normAutofit/>
          </a:bodyPr>
          <a:lstStyle>
            <a:lvl1pPr>
              <a:defRPr sz="6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65617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9456"/>
            <a:ext cx="19132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09/11/2026</a:t>
            </a:fld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8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762304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D09BF41B-6D10-9A6E-03E4-5E7320A61D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-2"/>
            <a:ext cx="12192000" cy="28690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68" y="2138776"/>
            <a:ext cx="6433266" cy="1962149"/>
          </a:xfrm>
        </p:spPr>
        <p:txBody>
          <a:bodyPr anchor="t">
            <a:normAutofit/>
          </a:bodyPr>
          <a:lstStyle>
            <a:lvl1pPr>
              <a:defRPr sz="88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53300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09/11/2026</a:t>
            </a:fld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353301" y="2138776"/>
            <a:ext cx="3718420" cy="4109624"/>
          </a:xfrm>
        </p:spPr>
        <p:txBody>
          <a:bodyPr vert="horz" lIns="91440" tIns="45720" rIns="91440" bIns="45720" rtlCol="0" anchor="t">
            <a:normAutofit/>
          </a:bodyPr>
          <a:lstStyle>
            <a:lvl1pPr marL="457200" indent="-4572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96901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red and yellow light&#10;&#10;AI-generated content may be incorrect.">
            <a:extLst>
              <a:ext uri="{FF2B5EF4-FFF2-40B4-BE49-F238E27FC236}">
                <a16:creationId xmlns:a16="http://schemas.microsoft.com/office/drawing/2014/main" id="{BD349A90-08FB-AFC0-8649-56404DF7B8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6109"/>
          <a:stretch>
            <a:fillRect/>
          </a:stretch>
        </p:blipFill>
        <p:spPr>
          <a:xfrm rot="10800000" flipH="1">
            <a:off x="-9982" y="2555751"/>
            <a:ext cx="12192000" cy="43439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0852" y="3481713"/>
            <a:ext cx="5496426" cy="2092272"/>
          </a:xfrm>
        </p:spPr>
        <p:txBody>
          <a:bodyPr anchor="t">
            <a:normAutofit/>
          </a:bodyPr>
          <a:lstStyle>
            <a:lvl1pPr>
              <a:defRPr sz="7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43EA2DD-B019-E3AA-ACB7-13CC3353E8D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2555751"/>
          </a:xfrm>
          <a:blipFill>
            <a:blip r:embed="rId3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3660" y="2734068"/>
            <a:ext cx="272733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85567" y="2734068"/>
            <a:ext cx="158671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09/11/2026</a:t>
            </a:fld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614" y="2734068"/>
            <a:ext cx="52669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785567" y="3481713"/>
            <a:ext cx="3916103" cy="2765887"/>
          </a:xfrm>
        </p:spPr>
        <p:txBody>
          <a:bodyPr vert="horz" lIns="91440" tIns="45720" rIns="91440" bIns="45720" rtlCol="0">
            <a:normAutofit/>
          </a:bodyPr>
          <a:lstStyle>
            <a:lvl1pPr marL="3429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marL="228600" lvl="0" indent="-228600"/>
            <a:r>
              <a:rPr lang="en-US"/>
              <a:t>Click to edit Master text styles</a:t>
            </a:r>
          </a:p>
          <a:p>
            <a:pPr marL="228600" lvl="1" indent="-228600"/>
            <a:r>
              <a:rPr lang="en-US"/>
              <a:t>Second level</a:t>
            </a:r>
          </a:p>
          <a:p>
            <a:pPr marL="228600" lvl="2" indent="-228600"/>
            <a:r>
              <a:rPr lang="en-US"/>
              <a:t>Third level</a:t>
            </a:r>
          </a:p>
          <a:p>
            <a:pPr marL="228600" lvl="3" indent="-228600"/>
            <a:r>
              <a:rPr lang="en-US"/>
              <a:t>Fourth level</a:t>
            </a:r>
          </a:p>
          <a:p>
            <a:pPr marL="228600" lvl="4" indent="-228600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84537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518E8C82-2B1B-76C7-A67D-099AEEEAD0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09"/>
          <a:stretch>
            <a:fillRect/>
          </a:stretch>
        </p:blipFill>
        <p:spPr>
          <a:xfrm>
            <a:off x="6324601" y="1"/>
            <a:ext cx="588125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851" y="1276990"/>
            <a:ext cx="5378267" cy="985658"/>
          </a:xfr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418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09/11/2026</a:t>
            </a:fld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0295" y="21485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477" y="2471736"/>
            <a:ext cx="5378268" cy="366273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272304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E41EB56E-DF88-E5AB-35AF-891395DCDB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4406900"/>
            <a:ext cx="9144000" cy="24511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6899" y="1886712"/>
            <a:ext cx="3507989" cy="3233928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08394"/>
            <a:ext cx="253211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67400" y="208394"/>
            <a:ext cx="20175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09/11/2026</a:t>
            </a:fld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6588" y="208394"/>
            <a:ext cx="5531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67401" y="1886712"/>
            <a:ext cx="4495800" cy="32339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>
                <a:solidFill>
                  <a:schemeClr val="tx1"/>
                </a:solidFill>
              </a:defRPr>
            </a:lvl1pPr>
            <a:lvl2pPr>
              <a:defRPr lang="en-US">
                <a:solidFill>
                  <a:schemeClr val="tx1"/>
                </a:solidFill>
              </a:defRPr>
            </a:lvl2pPr>
            <a:lvl3pPr>
              <a:defRPr lang="en-US">
                <a:solidFill>
                  <a:schemeClr val="tx1"/>
                </a:solidFill>
              </a:defRPr>
            </a:lvl3pPr>
            <a:lvl4pPr>
              <a:defRPr lang="en-US">
                <a:solidFill>
                  <a:schemeClr val="tx1"/>
                </a:solidFill>
              </a:defRPr>
            </a:lvl4pPr>
            <a:lvl5pPr>
              <a:defRPr lang="en-US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98333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8436" y="1115568"/>
            <a:ext cx="2505264" cy="1624122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684048" cy="338328"/>
          </a:xfrm>
        </p:spPr>
        <p:txBody>
          <a:bodyPr/>
          <a:lstStyle/>
          <a:p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74064" y="215823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45A4285-81FE-4AB8-816F-246C957942AC}" type="datetimeFigureOut">
              <a:rPr lang="LID4096" smtClean="0"/>
              <a:t>09/11/2026</a:t>
            </a:fld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242" y="215823"/>
            <a:ext cx="549272" cy="338328"/>
          </a:xfrm>
        </p:spPr>
        <p:txBody>
          <a:bodyPr/>
          <a:lstStyle/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8436" y="3028523"/>
            <a:ext cx="2505264" cy="341037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B2531DA-E07E-34C2-010B-27DB8B00492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374064" y="1181100"/>
            <a:ext cx="8817936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7215094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4000500" cy="1352516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727930" cy="338328"/>
          </a:xfrm>
        </p:spPr>
        <p:txBody>
          <a:bodyPr/>
          <a:lstStyle/>
          <a:p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47899" y="219456"/>
            <a:ext cx="1747774" cy="338328"/>
          </a:xfrm>
        </p:spPr>
        <p:txBody>
          <a:bodyPr/>
          <a:lstStyle/>
          <a:p>
            <a:fld id="{445A4285-81FE-4AB8-816F-246C957942AC}" type="datetimeFigureOut">
              <a:rPr lang="LID4096" smtClean="0"/>
              <a:t>09/11/2026</a:t>
            </a:fld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3948" y="216280"/>
            <a:ext cx="551113" cy="338328"/>
          </a:xfrm>
        </p:spPr>
        <p:txBody>
          <a:bodyPr/>
          <a:lstStyle/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7899" y="1104900"/>
            <a:ext cx="6925002" cy="1352516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None/>
              <a:defRPr sz="1400"/>
            </a:lvl1pPr>
            <a:lvl2pPr marL="514350" indent="-285750">
              <a:buFont typeface="Arial" panose="020B0604020202020204" pitchFamily="34" charset="0"/>
              <a:buNone/>
              <a:defRPr sz="1400"/>
            </a:lvl2pPr>
            <a:lvl3pPr marL="742950" indent="-285750">
              <a:buFont typeface="Arial" panose="020B0604020202020204" pitchFamily="34" charset="0"/>
              <a:buNone/>
              <a:defRPr sz="1400"/>
            </a:lvl3pPr>
            <a:lvl4pPr marL="857250" indent="-171450">
              <a:buFont typeface="Arial" panose="020B0604020202020204" pitchFamily="34" charset="0"/>
              <a:buNone/>
              <a:defRPr sz="1400"/>
            </a:lvl4pPr>
            <a:lvl5pPr marL="1085850" indent="-17145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46877B-7C99-D26C-DFEC-72A4289A8FA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2938509"/>
            <a:ext cx="12192000" cy="3919491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99717395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2514600" cy="2918919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5146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LID4096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EB6A322-B3CC-9AE7-DB63-8B433811BD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423747" y="0"/>
            <a:ext cx="8768253" cy="3985719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2800" y="4077628"/>
            <a:ext cx="1920240" cy="338328"/>
          </a:xfrm>
        </p:spPr>
        <p:txBody>
          <a:bodyPr/>
          <a:lstStyle/>
          <a:p>
            <a:fld id="{445A4285-81FE-4AB8-816F-246C957942AC}" type="datetimeFigureOut">
              <a:rPr lang="LID4096" smtClean="0"/>
              <a:t>09/11/2026</a:t>
            </a:fld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407762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2800" y="4423576"/>
            <a:ext cx="8420100" cy="1824824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518601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1339" y="1115568"/>
            <a:ext cx="5247577" cy="994131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933700" cy="338328"/>
          </a:xfrm>
        </p:spPr>
        <p:txBody>
          <a:bodyPr/>
          <a:lstStyle/>
          <a:p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96579" y="209088"/>
            <a:ext cx="184404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45A4285-81FE-4AB8-816F-246C957942AC}" type="datetimeFigureOut">
              <a:rPr lang="LID4096" smtClean="0"/>
              <a:t>09/11/2026</a:t>
            </a:fld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34185" y="209088"/>
            <a:ext cx="555948" cy="338328"/>
          </a:xfrm>
        </p:spPr>
        <p:txBody>
          <a:bodyPr/>
          <a:lstStyle/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3BFBE8F-8803-50FD-04BC-3A247F9767C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181100"/>
            <a:ext cx="5247577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881339" y="2133600"/>
            <a:ext cx="5247577" cy="4114800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57418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57" y="1115568"/>
            <a:ext cx="3607670" cy="3170545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4858"/>
            <a:ext cx="2597106" cy="338328"/>
          </a:xfrm>
        </p:spPr>
        <p:txBody>
          <a:bodyPr/>
          <a:lstStyle/>
          <a:p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45909" y="214858"/>
            <a:ext cx="1586711" cy="338328"/>
          </a:xfrm>
        </p:spPr>
        <p:txBody>
          <a:bodyPr/>
          <a:lstStyle/>
          <a:p>
            <a:fld id="{445A4285-81FE-4AB8-816F-246C957942AC}" type="datetimeFigureOut">
              <a:rPr lang="LID4096" smtClean="0"/>
              <a:t>09/11/2026</a:t>
            </a:fld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7610" y="214858"/>
            <a:ext cx="555948" cy="338328"/>
          </a:xfrm>
        </p:spPr>
        <p:txBody>
          <a:bodyPr/>
          <a:lstStyle/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5909" y="1112672"/>
            <a:ext cx="6926991" cy="196780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21707E4-5122-AA3B-7CFC-6AF9C0BAC4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03079" y="3500203"/>
            <a:ext cx="7288921" cy="3357797"/>
          </a:xfrm>
          <a:custGeom>
            <a:avLst/>
            <a:gdLst>
              <a:gd name="connsiteX0" fmla="*/ 0 w 7391400"/>
              <a:gd name="connsiteY0" fmla="*/ 0 h 3018269"/>
              <a:gd name="connsiteX1" fmla="*/ 7391400 w 7391400"/>
              <a:gd name="connsiteY1" fmla="*/ 0 h 3018269"/>
              <a:gd name="connsiteX2" fmla="*/ 7391400 w 7391400"/>
              <a:gd name="connsiteY2" fmla="*/ 3018269 h 3018269"/>
              <a:gd name="connsiteX3" fmla="*/ 0 w 7391400"/>
              <a:gd name="connsiteY3" fmla="*/ 3018269 h 3018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91400" h="3018269">
                <a:moveTo>
                  <a:pt x="0" y="0"/>
                </a:moveTo>
                <a:lnTo>
                  <a:pt x="7391400" y="0"/>
                </a:lnTo>
                <a:lnTo>
                  <a:pt x="7391400" y="3018269"/>
                </a:lnTo>
                <a:lnTo>
                  <a:pt x="0" y="3018269"/>
                </a:lnTo>
                <a:close/>
              </a:path>
            </a:pathLst>
          </a:cu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5268659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3429001"/>
            <a:ext cx="2501307" cy="2551982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402C8AD-A927-B946-5850-6500487D688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"/>
            <a:ext cx="12192000" cy="270509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865290"/>
            <a:ext cx="2726376" cy="338328"/>
          </a:xfrm>
        </p:spPr>
        <p:txBody>
          <a:bodyPr/>
          <a:lstStyle/>
          <a:p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2799" y="2865290"/>
            <a:ext cx="1967345" cy="338328"/>
          </a:xfrm>
        </p:spPr>
        <p:txBody>
          <a:bodyPr/>
          <a:lstStyle/>
          <a:p>
            <a:fld id="{445A4285-81FE-4AB8-816F-246C957942AC}" type="datetimeFigureOut">
              <a:rPr lang="LID4096" smtClean="0"/>
              <a:t>09/11/2026</a:t>
            </a:fld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2865290"/>
            <a:ext cx="555948" cy="338328"/>
          </a:xfrm>
        </p:spPr>
        <p:txBody>
          <a:bodyPr/>
          <a:lstStyle/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2800" y="3429000"/>
            <a:ext cx="8210204" cy="300990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00692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230" y="1115568"/>
            <a:ext cx="3603256" cy="1409878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38700" y="209088"/>
            <a:ext cx="2514600" cy="338328"/>
          </a:xfrm>
        </p:spPr>
        <p:txBody>
          <a:bodyPr/>
          <a:lstStyle/>
          <a:p>
            <a:fld id="{445A4285-81FE-4AB8-816F-246C957942AC}" type="datetimeFigureOut">
              <a:rPr lang="LID4096" smtClean="0"/>
              <a:t>09/11/2026</a:t>
            </a:fld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6019" y="219456"/>
            <a:ext cx="56434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6230" y="2705100"/>
            <a:ext cx="3603256" cy="3695700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83D1CED-EDC4-B2B7-E11C-EF0ED41A91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35269" y="1175658"/>
            <a:ext cx="7256731" cy="5682342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847935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4607626"/>
            <a:ext cx="4419600" cy="1640774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4508209-B462-E74A-288F-8910B06DE3A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914" y="0"/>
            <a:ext cx="4836786" cy="4214191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41275" y="209088"/>
            <a:ext cx="2726376" cy="338328"/>
          </a:xfrm>
        </p:spPr>
        <p:txBody>
          <a:bodyPr/>
          <a:lstStyle/>
          <a:p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0525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45A4285-81FE-4AB8-816F-246C957942AC}" type="datetimeFigureOut">
              <a:rPr lang="LID4096" smtClean="0"/>
              <a:t>09/11/2026</a:t>
            </a:fld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41276" y="1104900"/>
            <a:ext cx="5750381" cy="51435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101982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3105335" cy="1636510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/>
          <a:p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55522" y="214858"/>
            <a:ext cx="2536988" cy="338328"/>
          </a:xfrm>
        </p:spPr>
        <p:txBody>
          <a:bodyPr/>
          <a:lstStyle/>
          <a:p>
            <a:fld id="{445A4285-81FE-4AB8-816F-246C957942AC}" type="datetimeFigureOut">
              <a:rPr lang="LID4096" smtClean="0"/>
              <a:t>09/11/2026</a:t>
            </a:fld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214858"/>
            <a:ext cx="555948" cy="338328"/>
          </a:xfrm>
        </p:spPr>
        <p:txBody>
          <a:bodyPr/>
          <a:lstStyle/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A8D0EC2-AB64-20F7-00E1-73B35DEAA2D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" y="3017520"/>
            <a:ext cx="3417902" cy="384048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55522" y="1104901"/>
            <a:ext cx="7476571" cy="53339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664282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C26FEAF5-B987-7B83-7D1F-A4C535E2B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1" r="5781"/>
          <a:stretch>
            <a:fillRect/>
          </a:stretch>
        </p:blipFill>
        <p:spPr>
          <a:xfrm rot="10800000" flipH="1">
            <a:off x="0" y="-1"/>
            <a:ext cx="12192000" cy="6864096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E9DD887D-B316-418B-8AF4-4F941223A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0" y="5082379"/>
            <a:ext cx="4000500" cy="1169230"/>
          </a:xfrm>
        </p:spPr>
        <p:txBody>
          <a:bodyPr anchor="b">
            <a:normAutofit/>
          </a:bodyPr>
          <a:lstStyle>
            <a:lvl1pPr>
              <a:defRPr sz="2000" spc="-5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72400" y="209088"/>
            <a:ext cx="197069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09/11/2026</a:t>
            </a:fld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42D9118-C154-84FE-9D86-92525287F07F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80988" y="1063625"/>
            <a:ext cx="10428287" cy="3508375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26000"/>
            </a:lvl1pPr>
          </a:lstStyle>
          <a:p>
            <a:pPr lvl="0"/>
            <a:r>
              <a:rPr lang="en-US" dirty="0"/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33262842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red and purple light&#10;&#10;AI-generated content may be incorrect.">
            <a:extLst>
              <a:ext uri="{FF2B5EF4-FFF2-40B4-BE49-F238E27FC236}">
                <a16:creationId xmlns:a16="http://schemas.microsoft.com/office/drawing/2014/main" id="{27A6C04A-3EE2-7293-8111-E4CF6B18B2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84" t="57458" r="22221" b="1"/>
          <a:stretch>
            <a:fillRect/>
          </a:stretch>
        </p:blipFill>
        <p:spPr>
          <a:xfrm rot="10800000">
            <a:off x="0" y="0"/>
            <a:ext cx="12192000" cy="48028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09/11/2026</a:t>
            </a:fld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19099" y="2885606"/>
            <a:ext cx="8801101" cy="3553293"/>
          </a:xfrm>
        </p:spPr>
        <p:txBody>
          <a:bodyPr anchor="b">
            <a:normAutofit/>
          </a:bodyPr>
          <a:lstStyle>
            <a:lvl1pPr marL="0" indent="0">
              <a:lnSpc>
                <a:spcPct val="85000"/>
              </a:lnSpc>
              <a:buNone/>
              <a:defRPr sz="6000" b="0" spc="-50" baseline="0">
                <a:solidFill>
                  <a:schemeClr val="tx1"/>
                </a:solidFill>
              </a:defRPr>
            </a:lvl1pPr>
            <a:lvl2pPr marL="228600" indent="0">
              <a:lnSpc>
                <a:spcPct val="85000"/>
              </a:lnSpc>
              <a:buNone/>
              <a:defRPr sz="4400" b="0" spc="-50" baseline="0">
                <a:solidFill>
                  <a:schemeClr val="tx1"/>
                </a:solidFill>
              </a:defRPr>
            </a:lvl2pPr>
            <a:lvl3pPr marL="457200" indent="0">
              <a:lnSpc>
                <a:spcPct val="85000"/>
              </a:lnSpc>
              <a:buNone/>
              <a:defRPr sz="4000" b="0" spc="-50" baseline="0">
                <a:solidFill>
                  <a:schemeClr val="tx1"/>
                </a:solidFill>
              </a:defRPr>
            </a:lvl3pPr>
            <a:lvl4pPr marL="685800" indent="0">
              <a:lnSpc>
                <a:spcPct val="85000"/>
              </a:lnSpc>
              <a:buNone/>
              <a:defRPr sz="3600" b="0" spc="-50" baseline="0">
                <a:solidFill>
                  <a:schemeClr val="tx1"/>
                </a:solidFill>
              </a:defRPr>
            </a:lvl4pPr>
            <a:lvl5pPr marL="914400" indent="0">
              <a:lnSpc>
                <a:spcPct val="85000"/>
              </a:lnSpc>
              <a:buNone/>
              <a:defRPr sz="3200" b="0" spc="-50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9734279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56ABB8EC-1098-DCAC-E2E3-BCA53EEC62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22024" r="10011"/>
          <a:stretch>
            <a:fillRect/>
          </a:stretch>
        </p:blipFill>
        <p:spPr>
          <a:xfrm rot="10800000" flipH="1">
            <a:off x="0" y="0"/>
            <a:ext cx="12192000" cy="686409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6899" y="4874218"/>
            <a:ext cx="8506567" cy="666427"/>
          </a:xfrm>
        </p:spPr>
        <p:txBody>
          <a:bodyPr anchor="ctr">
            <a:normAutofit/>
          </a:bodyPr>
          <a:lstStyle>
            <a:lvl1pPr algn="r">
              <a:lnSpc>
                <a:spcPct val="90000"/>
              </a:lnSpc>
              <a:defRPr sz="1400" b="0" cap="all" spc="1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09/11/2026</a:t>
            </a:fld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66899" y="1856096"/>
            <a:ext cx="8506567" cy="2855388"/>
          </a:xfrm>
        </p:spPr>
        <p:txBody>
          <a:bodyPr anchor="ctr">
            <a:normAutofit/>
          </a:bodyPr>
          <a:lstStyle>
            <a:lvl1pPr marL="164592" indent="-164592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5000" spc="-5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223108478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8382000" cy="7016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09/11/2026</a:t>
            </a:fld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4CA46A-141E-21AB-51BA-BA1F0F39570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1900238"/>
            <a:ext cx="4924425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8607D36-7013-02AC-69A9-8D38C5BBA7D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878824" y="1900238"/>
            <a:ext cx="4924425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266819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655" y="932098"/>
            <a:ext cx="10835539" cy="70408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202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09/11/2026</a:t>
            </a:fld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8654" y="1675614"/>
            <a:ext cx="4913919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854769-C5D8-1BF0-C3A2-77216D6255D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2285022"/>
            <a:ext cx="4900773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6500" y="1675614"/>
            <a:ext cx="4967694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3527224-4234-3620-766D-DCCA3AFDF896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9401" y="2285022"/>
            <a:ext cx="4982762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562627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1113510"/>
            <a:ext cx="8380309" cy="87619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09/11/2026</a:t>
            </a:fld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538419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09/11/2026</a:t>
            </a:fld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4864237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red and purple light&#10;&#10;AI-generated content may be incorrect.">
            <a:extLst>
              <a:ext uri="{FF2B5EF4-FFF2-40B4-BE49-F238E27FC236}">
                <a16:creationId xmlns:a16="http://schemas.microsoft.com/office/drawing/2014/main" id="{CC69B319-31FA-514C-5A82-30B4D1B20A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-1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758952"/>
            <a:ext cx="7609668" cy="1734866"/>
          </a:xfrm>
        </p:spPr>
        <p:txBody>
          <a:bodyPr anchor="t">
            <a:noAutofit/>
          </a:bodyPr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09/11/2026</a:t>
            </a:fld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19100" y="2705101"/>
            <a:ext cx="8801100" cy="294755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  <a:lvl2pPr>
              <a:defRPr lang="en-US" dirty="0">
                <a:solidFill>
                  <a:schemeClr val="tx1"/>
                </a:solidFill>
              </a:defRPr>
            </a:lvl2pPr>
            <a:lvl3pPr>
              <a:defRPr lang="en-US" dirty="0">
                <a:solidFill>
                  <a:schemeClr val="tx1"/>
                </a:solidFill>
              </a:defRPr>
            </a:lvl3pPr>
            <a:lvl4pPr>
              <a:defRPr lang="en-US" dirty="0">
                <a:solidFill>
                  <a:schemeClr val="tx1"/>
                </a:solidFill>
              </a:defRPr>
            </a:lvl4pPr>
            <a:lvl5pPr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307855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ed and purple light&#10;&#10;AI-generated content may be incorrect.">
            <a:extLst>
              <a:ext uri="{FF2B5EF4-FFF2-40B4-BE49-F238E27FC236}">
                <a16:creationId xmlns:a16="http://schemas.microsoft.com/office/drawing/2014/main" id="{86565871-9318-EC0D-5245-A159818CA8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-1" y="0"/>
            <a:ext cx="12191999" cy="68580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687F1B09-5020-D2DD-189E-7226AD232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2" y="2704772"/>
            <a:ext cx="5465660" cy="2733384"/>
          </a:xfrm>
        </p:spPr>
        <p:txBody>
          <a:bodyPr/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09/11/2026</a:t>
            </a:fld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492B719-9068-0A96-E408-4EB3E9F85BE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05550" y="2705100"/>
            <a:ext cx="4410075" cy="1562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786666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1113510"/>
            <a:ext cx="9942409" cy="87619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417" y="2133600"/>
            <a:ext cx="9942409" cy="4305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2393" y="214858"/>
            <a:ext cx="2726376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01100" y="214858"/>
            <a:ext cx="1920240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09/11/2026</a:t>
            </a:fld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91657" y="214858"/>
            <a:ext cx="555948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8422108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000" b="0" kern="1200" spc="-11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264">
          <p15:clr>
            <a:srgbClr val="F26B43"/>
          </p15:clr>
        </p15:guide>
        <p15:guide id="4" orient="horz" pos="264">
          <p15:clr>
            <a:srgbClr val="F26B43"/>
          </p15:clr>
        </p15:guide>
        <p15:guide id="5" pos="7416">
          <p15:clr>
            <a:srgbClr val="F26B43"/>
          </p15:clr>
        </p15:guide>
        <p15:guide id="12" pos="4632">
          <p15:clr>
            <a:srgbClr val="F26B43"/>
          </p15:clr>
        </p15:guide>
        <p15:guide id="13" pos="5544">
          <p15:clr>
            <a:srgbClr val="F26B43"/>
          </p15:clr>
        </p15:guide>
        <p15:guide id="26" pos="2784">
          <p15:clr>
            <a:srgbClr val="F26B43"/>
          </p15:clr>
        </p15:guide>
        <p15:guide id="27" pos="3048">
          <p15:clr>
            <a:srgbClr val="F26B43"/>
          </p15:clr>
        </p15:guide>
        <p15:guide id="29" pos="3960">
          <p15:clr>
            <a:srgbClr val="F26B43"/>
          </p15:clr>
        </p15:guide>
        <p15:guide id="30" pos="1176">
          <p15:clr>
            <a:srgbClr val="F26B43"/>
          </p15:clr>
        </p15:guide>
        <p15:guide id="31" pos="912">
          <p15:clr>
            <a:srgbClr val="F26B43"/>
          </p15:clr>
        </p15:guide>
        <p15:guide id="32" pos="3696">
          <p15:clr>
            <a:srgbClr val="F26B43"/>
          </p15:clr>
        </p15:guide>
        <p15:guide id="33" pos="1848">
          <p15:clr>
            <a:srgbClr val="F26B43"/>
          </p15:clr>
        </p15:guide>
        <p15:guide id="34" pos="2112">
          <p15:clr>
            <a:srgbClr val="F26B43"/>
          </p15:clr>
        </p15:guide>
        <p15:guide id="36" pos="6528">
          <p15:clr>
            <a:srgbClr val="F26B43"/>
          </p15:clr>
        </p15:guide>
        <p15:guide id="37" pos="6744">
          <p15:clr>
            <a:srgbClr val="F26B43"/>
          </p15:clr>
        </p15:guide>
        <p15:guide id="42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3F755-1456-23EA-522B-3413FBB803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CCTV camera </a:t>
            </a:r>
            <a:r>
              <a:rPr lang="en-US" dirty="0" err="1"/>
              <a:t>systeem</a:t>
            </a:r>
            <a:r>
              <a:rPr lang="en-US" dirty="0"/>
              <a:t> met Raspberry Pi 5</a:t>
            </a:r>
            <a:endParaRPr lang="LID4096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EB11B3-1A3C-6998-B344-4B98D7D374F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Gunnarr Demaeght 5ICWA nr.2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14555009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C588F-6AFB-42EF-AEFE-A25538B6D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Wat is </a:t>
            </a:r>
            <a:r>
              <a:rPr lang="en-US" dirty="0" err="1"/>
              <a:t>een</a:t>
            </a:r>
            <a:r>
              <a:rPr lang="en-US" dirty="0"/>
              <a:t> Raspberry Pi</a:t>
            </a:r>
            <a:endParaRPr lang="LID4096" dirty="0"/>
          </a:p>
        </p:txBody>
      </p:sp>
      <p:pic>
        <p:nvPicPr>
          <p:cNvPr id="4" name="Content Placeholder 3" descr="RASPBERRY PI SC1112">
            <a:extLst>
              <a:ext uri="{FF2B5EF4-FFF2-40B4-BE49-F238E27FC236}">
                <a16:creationId xmlns:a16="http://schemas.microsoft.com/office/drawing/2014/main" id="{433D5510-5D4A-2057-29C2-C3F45073587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82549" y="1989703"/>
            <a:ext cx="6026902" cy="4520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796716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F55C2-83CE-A738-984C-84961BBA0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r>
              <a:rPr lang="en-US" dirty="0" err="1"/>
              <a:t>Waarom</a:t>
            </a:r>
            <a:r>
              <a:rPr lang="en-US" dirty="0"/>
              <a:t> </a:t>
            </a:r>
            <a:r>
              <a:rPr lang="en-US" dirty="0" err="1"/>
              <a:t>heb</a:t>
            </a:r>
            <a:r>
              <a:rPr lang="en-US" dirty="0"/>
              <a:t> </a:t>
            </a:r>
            <a:r>
              <a:rPr lang="en-US" dirty="0" err="1"/>
              <a:t>ik</a:t>
            </a:r>
            <a:r>
              <a:rPr lang="en-US" dirty="0"/>
              <a:t> </a:t>
            </a:r>
            <a:r>
              <a:rPr lang="en-US" dirty="0" err="1"/>
              <a:t>voor</a:t>
            </a:r>
            <a:r>
              <a:rPr lang="en-US" dirty="0"/>
              <a:t> </a:t>
            </a:r>
            <a:r>
              <a:rPr lang="en-US" dirty="0" err="1"/>
              <a:t>dit</a:t>
            </a:r>
            <a:r>
              <a:rPr lang="en-US" dirty="0"/>
              <a:t> </a:t>
            </a:r>
            <a:r>
              <a:rPr lang="en-US" dirty="0" err="1"/>
              <a:t>gekozen</a:t>
            </a:r>
            <a:r>
              <a:rPr lang="en-US" dirty="0"/>
              <a:t>?</a:t>
            </a:r>
            <a:endParaRPr lang="LID4096" dirty="0"/>
          </a:p>
        </p:txBody>
      </p:sp>
      <p:pic>
        <p:nvPicPr>
          <p:cNvPr id="4" name="Content Placeholder 3" descr="RASPBERRY PI SC1112">
            <a:extLst>
              <a:ext uri="{FF2B5EF4-FFF2-40B4-BE49-F238E27FC236}">
                <a16:creationId xmlns:a16="http://schemas.microsoft.com/office/drawing/2014/main" id="{CE05AAE9-C09C-EE83-71CB-5731D994A205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/>
          <a:srcRect l="6963" r="6963"/>
          <a:stretch>
            <a:fillRect/>
          </a:stretch>
        </p:blipFill>
        <p:spPr>
          <a:prstGeom prst="rect">
            <a:avLst/>
          </a:prstGeom>
          <a:noFill/>
        </p:spPr>
      </p:pic>
      <p:pic>
        <p:nvPicPr>
          <p:cNvPr id="5" name="Picture 4" descr="What Is CCTV Monitoring and How Does It Work?">
            <a:extLst>
              <a:ext uri="{FF2B5EF4-FFF2-40B4-BE49-F238E27FC236}">
                <a16:creationId xmlns:a16="http://schemas.microsoft.com/office/drawing/2014/main" id="{46F7A7B9-FDEB-B3EA-6230-162E3EF71BE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4102" b="2"/>
          <a:stretch>
            <a:fillRect/>
          </a:stretch>
        </p:blipFill>
        <p:spPr>
          <a:xfrm>
            <a:off x="5541276" y="1104900"/>
            <a:ext cx="5750381" cy="51435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32326646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CB340E-F55D-DA8A-9F0E-8474E3BE6D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r>
              <a:rPr lang="en-US" dirty="0" err="1"/>
              <a:t>Doelstelling</a:t>
            </a:r>
            <a:endParaRPr lang="LID4096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34BE619-C8A0-112C-FAFE-5F7447C9197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71320930"/>
              </p:ext>
            </p:extLst>
          </p:nvPr>
        </p:nvGraphicFramePr>
        <p:xfrm>
          <a:off x="1124795" y="1989703"/>
          <a:ext cx="9942409" cy="43053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5438229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C0816-B592-9E8E-EA9D-D172D0B871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Onderdelen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793EA2-36C5-9A79-4D5F-D8F5185E65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Tx/>
              <a:buChar char="-"/>
            </a:pPr>
            <a:r>
              <a:rPr lang="en-US" sz="2600" dirty="0"/>
              <a:t>Raspberry Pi 5 			€196,43</a:t>
            </a:r>
          </a:p>
          <a:p>
            <a:pPr marL="457200" indent="-457200">
              <a:buFontTx/>
              <a:buChar char="-"/>
            </a:pPr>
            <a:r>
              <a:rPr lang="en-US" sz="2600" dirty="0"/>
              <a:t>USB hub met </a:t>
            </a:r>
            <a:r>
              <a:rPr lang="en-US" sz="2600" dirty="0" err="1"/>
              <a:t>voeding</a:t>
            </a:r>
            <a:r>
              <a:rPr lang="en-US" sz="2600" dirty="0"/>
              <a:t>		€12,99</a:t>
            </a:r>
          </a:p>
          <a:p>
            <a:pPr marL="457200" indent="-457200">
              <a:buFontTx/>
              <a:buChar char="-"/>
            </a:pPr>
            <a:r>
              <a:rPr lang="en-US" sz="2600" dirty="0"/>
              <a:t>4* Webcam 1080P			€11,99 *4 = €47,96</a:t>
            </a:r>
          </a:p>
          <a:p>
            <a:r>
              <a:rPr lang="en-US" sz="2600" dirty="0"/>
              <a:t>--------------------------------------------------------------------</a:t>
            </a:r>
          </a:p>
          <a:p>
            <a:pPr marL="457200" indent="-457200">
              <a:buFontTx/>
              <a:buChar char="-"/>
            </a:pPr>
            <a:r>
              <a:rPr lang="en-US" sz="2600" dirty="0"/>
              <a:t>TOTAL					€257,38</a:t>
            </a:r>
            <a:endParaRPr lang="LID4096" sz="2600" dirty="0"/>
          </a:p>
        </p:txBody>
      </p:sp>
    </p:spTree>
    <p:extLst>
      <p:ext uri="{BB962C8B-B14F-4D97-AF65-F5344CB8AC3E}">
        <p14:creationId xmlns:p14="http://schemas.microsoft.com/office/powerpoint/2010/main" val="43903832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31935CC8-2890-5E51-2D68-07BE9A14B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r>
              <a:rPr lang="en-US" dirty="0"/>
              <a:t>Flowchart </a:t>
            </a:r>
            <a:r>
              <a:rPr lang="en-US" dirty="0" err="1"/>
              <a:t>werking</a:t>
            </a:r>
            <a:r>
              <a:rPr lang="en-US" dirty="0"/>
              <a:t> </a:t>
            </a:r>
            <a:r>
              <a:rPr lang="en-US" dirty="0" err="1"/>
              <a:t>tussen</a:t>
            </a:r>
            <a:r>
              <a:rPr lang="en-US" dirty="0"/>
              <a:t> PC - Pi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E1F15A19-71E8-BA50-EADD-F38D67D4A605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618FFE-080D-9175-5196-CDFC301950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5656" y="1515954"/>
            <a:ext cx="5867908" cy="4922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577317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53C1F-8F75-1C45-DE95-75E0DFC03A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9980" y="4311805"/>
            <a:ext cx="8585337" cy="2368300"/>
          </a:xfrm>
        </p:spPr>
        <p:txBody>
          <a:bodyPr anchor="b">
            <a:normAutofit/>
          </a:bodyPr>
          <a:lstStyle/>
          <a:p>
            <a:r>
              <a:rPr lang="en-US" dirty="0" err="1"/>
              <a:t>Dankje</a:t>
            </a:r>
            <a:r>
              <a:rPr lang="en-US" dirty="0"/>
              <a:t> </a:t>
            </a:r>
            <a:r>
              <a:rPr lang="en-US" dirty="0" err="1"/>
              <a:t>voor</a:t>
            </a:r>
            <a:r>
              <a:rPr lang="en-US" dirty="0"/>
              <a:t> je </a:t>
            </a:r>
            <a:r>
              <a:rPr lang="en-US" dirty="0" err="1"/>
              <a:t>aandacht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244582694"/>
      </p:ext>
    </p:extLst>
  </p:cSld>
  <p:clrMapOvr>
    <a:masterClrMapping/>
  </p:clrMapOvr>
</p:sld>
</file>

<file path=ppt/theme/theme1.xml><?xml version="1.0" encoding="utf-8"?>
<a:theme xmlns:a="http://schemas.openxmlformats.org/drawingml/2006/main" name="Film Burn">
  <a:themeElements>
    <a:clrScheme name="Custom 2">
      <a:dk1>
        <a:srgbClr val="09090C"/>
      </a:dk1>
      <a:lt1>
        <a:sysClr val="window" lastClr="FFFFFF"/>
      </a:lt1>
      <a:dk2>
        <a:srgbClr val="000000"/>
      </a:dk2>
      <a:lt2>
        <a:srgbClr val="F9EFEC"/>
      </a:lt2>
      <a:accent1>
        <a:srgbClr val="CB49B2"/>
      </a:accent1>
      <a:accent2>
        <a:srgbClr val="7C3191"/>
      </a:accent2>
      <a:accent3>
        <a:srgbClr val="E95D48"/>
      </a:accent3>
      <a:accent4>
        <a:srgbClr val="F08E6B"/>
      </a:accent4>
      <a:accent5>
        <a:srgbClr val="D93752"/>
      </a:accent5>
      <a:accent6>
        <a:srgbClr val="EE7345"/>
      </a:accent6>
      <a:hlink>
        <a:srgbClr val="CB49B2"/>
      </a:hlink>
      <a:folHlink>
        <a:srgbClr val="E95D48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lm burn" id="{4524321E-1019-4E52-AA1C-5D37B75CD749}" vid="{4A46179B-AA1B-40E1-9320-430DA2EBD8E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71</TotalTime>
  <Words>98</Words>
  <Application>Microsoft Office PowerPoint</Application>
  <PresentationFormat>Widescreen</PresentationFormat>
  <Paragraphs>16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Neue Haas Grotesk Text Pro</vt:lpstr>
      <vt:lpstr>Film Burn</vt:lpstr>
      <vt:lpstr>CCTV camera systeem met Raspberry Pi 5</vt:lpstr>
      <vt:lpstr>Wat is een Raspberry Pi</vt:lpstr>
      <vt:lpstr>Waarom heb ik voor dit gekozen?</vt:lpstr>
      <vt:lpstr>Doelstelling</vt:lpstr>
      <vt:lpstr>Onderdelen</vt:lpstr>
      <vt:lpstr>Flowchart werking tussen PC - Pi</vt:lpstr>
      <vt:lpstr>Dankje voor je aandacht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Demaeght Gunnarr</dc:creator>
  <cp:lastModifiedBy>Demaeght Gunnarr</cp:lastModifiedBy>
  <cp:revision>1</cp:revision>
  <dcterms:created xsi:type="dcterms:W3CDTF">2026-09-07T08:01:21Z</dcterms:created>
  <dcterms:modified xsi:type="dcterms:W3CDTF">2026-09-11T07:33:25Z</dcterms:modified>
</cp:coreProperties>
</file>